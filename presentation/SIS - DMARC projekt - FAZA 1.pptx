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sldIdLst>
    <p:sldId id="275" r:id="rId3"/>
    <p:sldId id="264" r:id="rId4"/>
    <p:sldId id="270" r:id="rId5"/>
    <p:sldId id="259" r:id="rId6"/>
    <p:sldId id="260" r:id="rId7"/>
    <p:sldId id="261" r:id="rId8"/>
    <p:sldId id="277" r:id="rId9"/>
    <p:sldId id="276" r:id="rId10"/>
    <p:sldId id="265" r:id="rId11"/>
    <p:sldId id="262" r:id="rId12"/>
    <p:sldId id="263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47E77-B96E-819E-E894-18B22950D920}" v="24" dt="2025-10-18T15:40:17.962"/>
    <p1510:client id="{45B442E7-4A3F-09A7-611A-F7B685F23DF0}" v="762" dt="2025-10-18T15:08:12.533"/>
    <p1510:client id="{4EAAFF6F-E6F7-6626-5EBD-2688FA98F77B}" v="401" dt="2025-10-18T15:41:46.417"/>
    <p1510:client id="{8474CEB5-76DF-DCC5-60BD-333B7163365F}" v="2318" dt="2025-10-18T15:36:11.375"/>
    <p1510:client id="{F5AB8607-5EC3-8E27-F856-A0CA4D1059C6}" v="7" dt="2025-10-18T14:03:35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1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48979E-A9F2-4C8C-978D-3F9B844C4E5A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r-HR"/>
        </a:p>
      </dgm:t>
    </dgm:pt>
    <dgm:pt modelId="{30C7342C-BAA1-444C-9652-AEC7719C5066}">
      <dgm:prSet/>
      <dgm:spPr/>
      <dgm:t>
        <a:bodyPr/>
        <a:lstStyle/>
        <a:p>
          <a:r>
            <a:rPr lang="hr-HR" b="1" i="0" u="none" dirty="0"/>
            <a:t>1. </a:t>
          </a:r>
          <a:r>
            <a:rPr lang="en-US" b="1" i="0" u="none" dirty="0" err="1"/>
            <a:t>Postavljanje</a:t>
          </a:r>
          <a:r>
            <a:rPr lang="en-US" b="1" i="0" u="none" dirty="0"/>
            <a:t> </a:t>
          </a:r>
          <a:r>
            <a:rPr lang="en-US" b="1" i="0" u="none" dirty="0" err="1"/>
            <a:t>okruženja</a:t>
          </a:r>
          <a:r>
            <a:rPr lang="en-US" b="0" i="0" u="none" dirty="0"/>
            <a:t> - VM, </a:t>
          </a:r>
          <a:r>
            <a:rPr lang="en-US" b="0" i="0" u="none" dirty="0" err="1"/>
            <a:t>mreža</a:t>
          </a:r>
          <a:r>
            <a:rPr lang="en-US" b="0" i="0" u="none" dirty="0"/>
            <a:t>, </a:t>
          </a:r>
          <a:r>
            <a:rPr lang="en-US" b="0" i="0" u="none" dirty="0" err="1"/>
            <a:t>instalacija</a:t>
          </a:r>
          <a:r>
            <a:rPr lang="en-US" b="0" i="0" u="none" dirty="0"/>
            <a:t> alata</a:t>
          </a:r>
          <a:r>
            <a:rPr lang="en-US" b="0" i="0" dirty="0"/>
            <a:t>​</a:t>
          </a:r>
          <a:endParaRPr lang="hr-HR" dirty="0"/>
        </a:p>
      </dgm:t>
    </dgm:pt>
    <dgm:pt modelId="{35390201-1C63-40C8-9978-ECC091E9BF13}" type="parTrans" cxnId="{C0C9A551-6084-44E5-8F62-15D769432C0A}">
      <dgm:prSet/>
      <dgm:spPr/>
      <dgm:t>
        <a:bodyPr/>
        <a:lstStyle/>
        <a:p>
          <a:endParaRPr lang="hr-HR"/>
        </a:p>
      </dgm:t>
    </dgm:pt>
    <dgm:pt modelId="{FF90AF3C-03BA-43E6-AFC1-F81EB8A57F4B}" type="sibTrans" cxnId="{C0C9A551-6084-44E5-8F62-15D769432C0A}">
      <dgm:prSet/>
      <dgm:spPr/>
      <dgm:t>
        <a:bodyPr/>
        <a:lstStyle/>
        <a:p>
          <a:endParaRPr lang="hr-HR"/>
        </a:p>
      </dgm:t>
    </dgm:pt>
    <dgm:pt modelId="{B95DECC8-CDA7-42E7-A0E1-B70D9EDCA110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2. </a:t>
          </a:r>
          <a:r>
            <a:rPr lang="en-US" b="1" i="0" u="none" dirty="0"/>
            <a:t>SPF </a:t>
          </a:r>
          <a:r>
            <a:rPr lang="en-US" b="0" i="0" u="none" dirty="0"/>
            <a:t>i</a:t>
          </a:r>
          <a:r>
            <a:rPr lang="en-US" b="1" i="0" u="none" dirty="0"/>
            <a:t> DKIM </a:t>
          </a:r>
          <a:r>
            <a:rPr lang="en-US" b="0" i="0" u="none" dirty="0" err="1"/>
            <a:t>implementacija</a:t>
          </a:r>
          <a:r>
            <a:rPr lang="en-US" b="0" i="0" dirty="0"/>
            <a:t>​</a:t>
          </a:r>
        </a:p>
      </dgm:t>
    </dgm:pt>
    <dgm:pt modelId="{F775D116-4D66-4EDA-827C-A28D53D2BB56}" type="parTrans" cxnId="{C1C05264-387F-4501-AD05-642B6BAA7BF8}">
      <dgm:prSet/>
      <dgm:spPr/>
      <dgm:t>
        <a:bodyPr/>
        <a:lstStyle/>
        <a:p>
          <a:endParaRPr lang="hr-HR"/>
        </a:p>
      </dgm:t>
    </dgm:pt>
    <dgm:pt modelId="{A9EF0DED-339D-4CA9-8697-5A3FB76485D6}" type="sibTrans" cxnId="{C1C05264-387F-4501-AD05-642B6BAA7BF8}">
      <dgm:prSet/>
      <dgm:spPr/>
      <dgm:t>
        <a:bodyPr/>
        <a:lstStyle/>
        <a:p>
          <a:endParaRPr lang="hr-HR"/>
        </a:p>
      </dgm:t>
    </dgm:pt>
    <dgm:pt modelId="{9F6D3093-DCA0-42E8-BDF2-0AE8AC82ABA0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3. D</a:t>
          </a:r>
          <a:r>
            <a:rPr lang="en-US" b="1" i="0" u="none" dirty="0"/>
            <a:t>MARC</a:t>
          </a:r>
          <a:r>
            <a:rPr lang="en-US" b="0" i="0" u="none" dirty="0"/>
            <a:t> </a:t>
          </a:r>
          <a:br>
            <a:rPr lang="hr-HR" b="0" i="0" u="none" dirty="0"/>
          </a:br>
          <a:r>
            <a:rPr lang="en-US" b="0" i="0" u="none" dirty="0" err="1"/>
            <a:t>implementacija</a:t>
          </a:r>
          <a:r>
            <a:rPr lang="en-US" b="0" i="0" dirty="0"/>
            <a:t>​</a:t>
          </a:r>
        </a:p>
      </dgm:t>
    </dgm:pt>
    <dgm:pt modelId="{43C0A666-D5F0-42C7-B78D-8D1091EAB68A}" type="parTrans" cxnId="{8F995C4E-25DB-44BC-8968-2211FBE72DB9}">
      <dgm:prSet/>
      <dgm:spPr/>
      <dgm:t>
        <a:bodyPr/>
        <a:lstStyle/>
        <a:p>
          <a:endParaRPr lang="hr-HR"/>
        </a:p>
      </dgm:t>
    </dgm:pt>
    <dgm:pt modelId="{D61D8D2C-4559-418A-A3B2-8E81F26D83B2}" type="sibTrans" cxnId="{8F995C4E-25DB-44BC-8968-2211FBE72DB9}">
      <dgm:prSet/>
      <dgm:spPr/>
      <dgm:t>
        <a:bodyPr/>
        <a:lstStyle/>
        <a:p>
          <a:endParaRPr lang="hr-HR"/>
        </a:p>
      </dgm:t>
    </dgm:pt>
    <dgm:pt modelId="{377DC6B6-1A98-4CC8-B55E-8B133B4D4045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4. </a:t>
          </a:r>
          <a:r>
            <a:rPr lang="en-US" b="1" i="0" u="none" dirty="0" err="1"/>
            <a:t>Izvođenje</a:t>
          </a:r>
          <a:r>
            <a:rPr lang="en-US" b="1" i="0" u="none" dirty="0"/>
            <a:t> E-mail </a:t>
          </a:r>
          <a:r>
            <a:rPr lang="en-US" b="1" i="0" u="none" dirty="0" err="1"/>
            <a:t>napada</a:t>
          </a:r>
          <a:r>
            <a:rPr lang="en-US" b="0" i="0" u="none" dirty="0"/>
            <a:t> - spoofing i </a:t>
          </a:r>
          <a:r>
            <a:rPr lang="en-US" b="0" i="0" u="none" dirty="0" err="1"/>
            <a:t>phising</a:t>
          </a:r>
          <a:r>
            <a:rPr lang="en-US" b="0" i="0" dirty="0"/>
            <a:t>​</a:t>
          </a:r>
        </a:p>
      </dgm:t>
    </dgm:pt>
    <dgm:pt modelId="{B9021840-86F7-4574-8A58-209CD94A4F4F}" type="parTrans" cxnId="{B018C15A-6554-4E20-846D-DFF5CC0ACD89}">
      <dgm:prSet/>
      <dgm:spPr/>
      <dgm:t>
        <a:bodyPr/>
        <a:lstStyle/>
        <a:p>
          <a:endParaRPr lang="hr-HR"/>
        </a:p>
      </dgm:t>
    </dgm:pt>
    <dgm:pt modelId="{39884F3D-7863-4EC9-886B-A1C45343B99D}" type="sibTrans" cxnId="{B018C15A-6554-4E20-846D-DFF5CC0ACD89}">
      <dgm:prSet/>
      <dgm:spPr/>
      <dgm:t>
        <a:bodyPr/>
        <a:lstStyle/>
        <a:p>
          <a:endParaRPr lang="hr-HR"/>
        </a:p>
      </dgm:t>
    </dgm:pt>
    <dgm:pt modelId="{6A28D283-728B-46A3-9559-BC9DD6651E9E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5. </a:t>
          </a:r>
          <a:r>
            <a:rPr lang="en-US" b="1" i="0" u="none" dirty="0"/>
            <a:t>Analiza DMARC  </a:t>
          </a:r>
          <a:r>
            <a:rPr lang="en-US" b="1" i="0" u="none" dirty="0" err="1"/>
            <a:t>izvještaja</a:t>
          </a:r>
          <a:r>
            <a:rPr lang="en-US" b="0" i="0" dirty="0"/>
            <a:t>​</a:t>
          </a:r>
        </a:p>
      </dgm:t>
    </dgm:pt>
    <dgm:pt modelId="{5F76A0A7-6614-400D-BFF5-CC8B99AACFE8}" type="parTrans" cxnId="{87DBC956-107D-4B92-A725-22294014AE03}">
      <dgm:prSet/>
      <dgm:spPr/>
      <dgm:t>
        <a:bodyPr/>
        <a:lstStyle/>
        <a:p>
          <a:endParaRPr lang="hr-HR"/>
        </a:p>
      </dgm:t>
    </dgm:pt>
    <dgm:pt modelId="{614B9BCB-FC5A-4B93-A63A-C22C15D1BA10}" type="sibTrans" cxnId="{87DBC956-107D-4B92-A725-22294014AE03}">
      <dgm:prSet/>
      <dgm:spPr/>
      <dgm:t>
        <a:bodyPr/>
        <a:lstStyle/>
        <a:p>
          <a:endParaRPr lang="hr-HR"/>
        </a:p>
      </dgm:t>
    </dgm:pt>
    <dgm:pt modelId="{E7D7D6AD-6780-42B3-8DF6-892504616300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6. </a:t>
          </a:r>
          <a:r>
            <a:rPr lang="en-US" b="1" i="0" u="none" dirty="0" err="1"/>
            <a:t>Optimizacija</a:t>
          </a:r>
          <a:r>
            <a:rPr lang="en-US" b="1" i="0" u="none" dirty="0"/>
            <a:t> DMARC </a:t>
          </a:r>
          <a:r>
            <a:rPr lang="en-US" b="1" i="0" u="none" dirty="0" err="1"/>
            <a:t>postavki</a:t>
          </a:r>
          <a:r>
            <a:rPr lang="en-US" b="0" i="0" dirty="0"/>
            <a:t>​</a:t>
          </a:r>
        </a:p>
      </dgm:t>
    </dgm:pt>
    <dgm:pt modelId="{99C7653F-CC4E-4515-925D-7263F7F3E5D9}" type="parTrans" cxnId="{90410322-2869-42E3-A550-B4021F2D3E5E}">
      <dgm:prSet/>
      <dgm:spPr/>
      <dgm:t>
        <a:bodyPr/>
        <a:lstStyle/>
        <a:p>
          <a:endParaRPr lang="hr-HR"/>
        </a:p>
      </dgm:t>
    </dgm:pt>
    <dgm:pt modelId="{897348F1-DA4A-43A9-8B70-F1F023BCF518}" type="sibTrans" cxnId="{90410322-2869-42E3-A550-B4021F2D3E5E}">
      <dgm:prSet/>
      <dgm:spPr/>
      <dgm:t>
        <a:bodyPr/>
        <a:lstStyle/>
        <a:p>
          <a:endParaRPr lang="hr-HR"/>
        </a:p>
      </dgm:t>
    </dgm:pt>
    <dgm:pt modelId="{E9C35195-2034-4A48-9980-88F60275B252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7. </a:t>
          </a:r>
          <a:r>
            <a:rPr lang="en-US" b="1" i="0" u="none" dirty="0"/>
            <a:t>Ponov</a:t>
          </a:r>
          <a:r>
            <a:rPr lang="hr-HR" b="1" i="0" u="none" dirty="0"/>
            <a:t>n</a:t>
          </a:r>
          <a:r>
            <a:rPr lang="en-US" b="1" i="0" u="none" dirty="0"/>
            <a:t>o </a:t>
          </a:r>
          <a:r>
            <a:rPr lang="en-US" b="1" i="0" u="none" dirty="0" err="1"/>
            <a:t>izvođenje</a:t>
          </a:r>
          <a:r>
            <a:rPr lang="en-US" b="0" i="0" dirty="0"/>
            <a:t>​</a:t>
          </a:r>
          <a:br>
            <a:rPr lang="en-US" b="0" i="0" dirty="0"/>
          </a:br>
          <a:r>
            <a:rPr lang="en-US" b="1" i="0" u="none" dirty="0"/>
            <a:t>E-mail </a:t>
          </a:r>
          <a:r>
            <a:rPr lang="en-US" b="1" i="0" u="none" dirty="0" err="1"/>
            <a:t>napada</a:t>
          </a:r>
          <a:r>
            <a:rPr lang="en-US" b="0" i="0" dirty="0"/>
            <a:t>​</a:t>
          </a:r>
        </a:p>
      </dgm:t>
    </dgm:pt>
    <dgm:pt modelId="{ED89195F-2A35-4001-8808-470AE2A0BB1D}" type="parTrans" cxnId="{E02AAAEE-D972-42A9-AD5E-A8FDC3FFCBEF}">
      <dgm:prSet/>
      <dgm:spPr/>
      <dgm:t>
        <a:bodyPr/>
        <a:lstStyle/>
        <a:p>
          <a:endParaRPr lang="hr-HR"/>
        </a:p>
      </dgm:t>
    </dgm:pt>
    <dgm:pt modelId="{93264BF6-F124-44E3-8B7A-1F9E31076B29}" type="sibTrans" cxnId="{E02AAAEE-D972-42A9-AD5E-A8FDC3FFCBEF}">
      <dgm:prSet/>
      <dgm:spPr/>
      <dgm:t>
        <a:bodyPr/>
        <a:lstStyle/>
        <a:p>
          <a:endParaRPr lang="hr-HR"/>
        </a:p>
      </dgm:t>
    </dgm:pt>
    <dgm:pt modelId="{7315108D-27C3-4B5E-86D0-660651228863}">
      <dgm:prSet/>
      <dgm:spPr/>
      <dgm:t>
        <a:bodyPr/>
        <a:lstStyle/>
        <a:p>
          <a:pPr>
            <a:buFont typeface="+mj-lt"/>
            <a:buAutoNum type="arabicPeriod"/>
          </a:pPr>
          <a:r>
            <a:rPr lang="hr-HR" b="1" i="0" u="none" dirty="0"/>
            <a:t>8. </a:t>
          </a:r>
          <a:r>
            <a:rPr lang="en-US" b="1" i="0" u="none" dirty="0" err="1"/>
            <a:t>Izrada</a:t>
          </a:r>
          <a:r>
            <a:rPr lang="en-US" b="1" i="0" u="none" dirty="0"/>
            <a:t> </a:t>
          </a:r>
          <a:r>
            <a:rPr lang="en-US" b="1" i="0" u="none" dirty="0" err="1"/>
            <a:t>dokumentacije</a:t>
          </a:r>
          <a:endParaRPr lang="en-US" b="0" i="0" dirty="0"/>
        </a:p>
      </dgm:t>
    </dgm:pt>
    <dgm:pt modelId="{5F0EA0E6-9391-4860-A54F-AA00589CE35D}" type="parTrans" cxnId="{E5F71794-25C4-4572-9877-43A42D7F7177}">
      <dgm:prSet/>
      <dgm:spPr/>
      <dgm:t>
        <a:bodyPr/>
        <a:lstStyle/>
        <a:p>
          <a:endParaRPr lang="hr-HR"/>
        </a:p>
      </dgm:t>
    </dgm:pt>
    <dgm:pt modelId="{8B037918-17B5-4341-8782-739048AB28E9}" type="sibTrans" cxnId="{E5F71794-25C4-4572-9877-43A42D7F7177}">
      <dgm:prSet/>
      <dgm:spPr/>
      <dgm:t>
        <a:bodyPr/>
        <a:lstStyle/>
        <a:p>
          <a:endParaRPr lang="hr-HR"/>
        </a:p>
      </dgm:t>
    </dgm:pt>
    <dgm:pt modelId="{3B7CE51E-ED5E-4487-846F-8ACBC34385CC}" type="pres">
      <dgm:prSet presAssocID="{CD48979E-A9F2-4C8C-978D-3F9B844C4E5A}" presName="Name0" presStyleCnt="0">
        <dgm:presLayoutVars>
          <dgm:dir/>
          <dgm:resizeHandles val="exact"/>
        </dgm:presLayoutVars>
      </dgm:prSet>
      <dgm:spPr/>
    </dgm:pt>
    <dgm:pt modelId="{AA50403C-6D57-4A5B-913E-5D907138775A}" type="pres">
      <dgm:prSet presAssocID="{30C7342C-BAA1-444C-9652-AEC7719C5066}" presName="node" presStyleLbl="node1" presStyleIdx="0" presStyleCnt="8">
        <dgm:presLayoutVars>
          <dgm:bulletEnabled val="1"/>
        </dgm:presLayoutVars>
      </dgm:prSet>
      <dgm:spPr/>
    </dgm:pt>
    <dgm:pt modelId="{021BB737-1FFF-4CA7-AA6D-FF5A4B85B8DE}" type="pres">
      <dgm:prSet presAssocID="{FF90AF3C-03BA-43E6-AFC1-F81EB8A57F4B}" presName="sibTrans" presStyleLbl="sibTrans1D1" presStyleIdx="0" presStyleCnt="7"/>
      <dgm:spPr/>
    </dgm:pt>
    <dgm:pt modelId="{885A03C7-3167-4C0C-8787-FBF1010044F0}" type="pres">
      <dgm:prSet presAssocID="{FF90AF3C-03BA-43E6-AFC1-F81EB8A57F4B}" presName="connectorText" presStyleLbl="sibTrans1D1" presStyleIdx="0" presStyleCnt="7"/>
      <dgm:spPr/>
    </dgm:pt>
    <dgm:pt modelId="{1904395A-6629-49E0-89DB-D0BFFB23A50F}" type="pres">
      <dgm:prSet presAssocID="{B95DECC8-CDA7-42E7-A0E1-B70D9EDCA110}" presName="node" presStyleLbl="node1" presStyleIdx="1" presStyleCnt="8">
        <dgm:presLayoutVars>
          <dgm:bulletEnabled val="1"/>
        </dgm:presLayoutVars>
      </dgm:prSet>
      <dgm:spPr/>
    </dgm:pt>
    <dgm:pt modelId="{E92EC470-4979-4EBA-872C-5384ACA7787E}" type="pres">
      <dgm:prSet presAssocID="{A9EF0DED-339D-4CA9-8697-5A3FB76485D6}" presName="sibTrans" presStyleLbl="sibTrans1D1" presStyleIdx="1" presStyleCnt="7"/>
      <dgm:spPr/>
    </dgm:pt>
    <dgm:pt modelId="{719E3BF6-1C6A-4018-9F0E-3632816F0A6B}" type="pres">
      <dgm:prSet presAssocID="{A9EF0DED-339D-4CA9-8697-5A3FB76485D6}" presName="connectorText" presStyleLbl="sibTrans1D1" presStyleIdx="1" presStyleCnt="7"/>
      <dgm:spPr/>
    </dgm:pt>
    <dgm:pt modelId="{E5529046-9853-43DD-BD6E-5FE69C202173}" type="pres">
      <dgm:prSet presAssocID="{9F6D3093-DCA0-42E8-BDF2-0AE8AC82ABA0}" presName="node" presStyleLbl="node1" presStyleIdx="2" presStyleCnt="8">
        <dgm:presLayoutVars>
          <dgm:bulletEnabled val="1"/>
        </dgm:presLayoutVars>
      </dgm:prSet>
      <dgm:spPr/>
    </dgm:pt>
    <dgm:pt modelId="{CCA49032-1318-4F66-9D94-A04E50635683}" type="pres">
      <dgm:prSet presAssocID="{D61D8D2C-4559-418A-A3B2-8E81F26D83B2}" presName="sibTrans" presStyleLbl="sibTrans1D1" presStyleIdx="2" presStyleCnt="7"/>
      <dgm:spPr/>
    </dgm:pt>
    <dgm:pt modelId="{D26ABA9C-F471-4070-8263-0EA87A037558}" type="pres">
      <dgm:prSet presAssocID="{D61D8D2C-4559-418A-A3B2-8E81F26D83B2}" presName="connectorText" presStyleLbl="sibTrans1D1" presStyleIdx="2" presStyleCnt="7"/>
      <dgm:spPr/>
    </dgm:pt>
    <dgm:pt modelId="{047AA96E-4180-49B1-B268-03CB44CBCD5A}" type="pres">
      <dgm:prSet presAssocID="{377DC6B6-1A98-4CC8-B55E-8B133B4D4045}" presName="node" presStyleLbl="node1" presStyleIdx="3" presStyleCnt="8">
        <dgm:presLayoutVars>
          <dgm:bulletEnabled val="1"/>
        </dgm:presLayoutVars>
      </dgm:prSet>
      <dgm:spPr/>
    </dgm:pt>
    <dgm:pt modelId="{8C2A635C-8852-415C-9DEE-6F057F58F8A1}" type="pres">
      <dgm:prSet presAssocID="{39884F3D-7863-4EC9-886B-A1C45343B99D}" presName="sibTrans" presStyleLbl="sibTrans1D1" presStyleIdx="3" presStyleCnt="7"/>
      <dgm:spPr/>
    </dgm:pt>
    <dgm:pt modelId="{141D2805-DD19-4BD4-B397-0EE46A1C0D51}" type="pres">
      <dgm:prSet presAssocID="{39884F3D-7863-4EC9-886B-A1C45343B99D}" presName="connectorText" presStyleLbl="sibTrans1D1" presStyleIdx="3" presStyleCnt="7"/>
      <dgm:spPr/>
    </dgm:pt>
    <dgm:pt modelId="{E1E30DF8-34E7-4796-AF1F-0413E601D598}" type="pres">
      <dgm:prSet presAssocID="{6A28D283-728B-46A3-9559-BC9DD6651E9E}" presName="node" presStyleLbl="node1" presStyleIdx="4" presStyleCnt="8">
        <dgm:presLayoutVars>
          <dgm:bulletEnabled val="1"/>
        </dgm:presLayoutVars>
      </dgm:prSet>
      <dgm:spPr/>
    </dgm:pt>
    <dgm:pt modelId="{29340978-FEF2-4D20-A322-CDA963070194}" type="pres">
      <dgm:prSet presAssocID="{614B9BCB-FC5A-4B93-A63A-C22C15D1BA10}" presName="sibTrans" presStyleLbl="sibTrans1D1" presStyleIdx="4" presStyleCnt="7"/>
      <dgm:spPr/>
    </dgm:pt>
    <dgm:pt modelId="{DF3864E2-0863-4C6B-A31D-8BA698F60F52}" type="pres">
      <dgm:prSet presAssocID="{614B9BCB-FC5A-4B93-A63A-C22C15D1BA10}" presName="connectorText" presStyleLbl="sibTrans1D1" presStyleIdx="4" presStyleCnt="7"/>
      <dgm:spPr/>
    </dgm:pt>
    <dgm:pt modelId="{F793DB36-9235-4734-8E3C-3F8C70FC74E4}" type="pres">
      <dgm:prSet presAssocID="{E7D7D6AD-6780-42B3-8DF6-892504616300}" presName="node" presStyleLbl="node1" presStyleIdx="5" presStyleCnt="8">
        <dgm:presLayoutVars>
          <dgm:bulletEnabled val="1"/>
        </dgm:presLayoutVars>
      </dgm:prSet>
      <dgm:spPr/>
    </dgm:pt>
    <dgm:pt modelId="{F84CE848-331A-47AF-A8F5-C29BB99675D2}" type="pres">
      <dgm:prSet presAssocID="{897348F1-DA4A-43A9-8B70-F1F023BCF518}" presName="sibTrans" presStyleLbl="sibTrans1D1" presStyleIdx="5" presStyleCnt="7"/>
      <dgm:spPr/>
    </dgm:pt>
    <dgm:pt modelId="{3D9A6C85-8A0B-4A06-B522-0542FBA56248}" type="pres">
      <dgm:prSet presAssocID="{897348F1-DA4A-43A9-8B70-F1F023BCF518}" presName="connectorText" presStyleLbl="sibTrans1D1" presStyleIdx="5" presStyleCnt="7"/>
      <dgm:spPr/>
    </dgm:pt>
    <dgm:pt modelId="{F53341EC-8187-4991-AD0D-C8FA0B4874A7}" type="pres">
      <dgm:prSet presAssocID="{E9C35195-2034-4A48-9980-88F60275B252}" presName="node" presStyleLbl="node1" presStyleIdx="6" presStyleCnt="8">
        <dgm:presLayoutVars>
          <dgm:bulletEnabled val="1"/>
        </dgm:presLayoutVars>
      </dgm:prSet>
      <dgm:spPr/>
    </dgm:pt>
    <dgm:pt modelId="{DD8B1479-3870-4BA8-922B-7FE357455C34}" type="pres">
      <dgm:prSet presAssocID="{93264BF6-F124-44E3-8B7A-1F9E31076B29}" presName="sibTrans" presStyleLbl="sibTrans1D1" presStyleIdx="6" presStyleCnt="7"/>
      <dgm:spPr/>
    </dgm:pt>
    <dgm:pt modelId="{6D6876A0-AA67-4444-AF55-B1C522A57E77}" type="pres">
      <dgm:prSet presAssocID="{93264BF6-F124-44E3-8B7A-1F9E31076B29}" presName="connectorText" presStyleLbl="sibTrans1D1" presStyleIdx="6" presStyleCnt="7"/>
      <dgm:spPr/>
    </dgm:pt>
    <dgm:pt modelId="{2E3D904F-BD9E-4275-B697-356128E0C882}" type="pres">
      <dgm:prSet presAssocID="{7315108D-27C3-4B5E-86D0-660651228863}" presName="node" presStyleLbl="node1" presStyleIdx="7" presStyleCnt="8">
        <dgm:presLayoutVars>
          <dgm:bulletEnabled val="1"/>
        </dgm:presLayoutVars>
      </dgm:prSet>
      <dgm:spPr/>
    </dgm:pt>
  </dgm:ptLst>
  <dgm:cxnLst>
    <dgm:cxn modelId="{589EC815-B273-4D5B-905C-214846014D7A}" type="presOf" srcId="{E7D7D6AD-6780-42B3-8DF6-892504616300}" destId="{F793DB36-9235-4734-8E3C-3F8C70FC74E4}" srcOrd="0" destOrd="0" presId="urn:microsoft.com/office/officeart/2005/8/layout/bProcess3"/>
    <dgm:cxn modelId="{90410322-2869-42E3-A550-B4021F2D3E5E}" srcId="{CD48979E-A9F2-4C8C-978D-3F9B844C4E5A}" destId="{E7D7D6AD-6780-42B3-8DF6-892504616300}" srcOrd="5" destOrd="0" parTransId="{99C7653F-CC4E-4515-925D-7263F7F3E5D9}" sibTransId="{897348F1-DA4A-43A9-8B70-F1F023BCF518}"/>
    <dgm:cxn modelId="{A2E1C322-7653-4699-A7EA-854B00D98154}" type="presOf" srcId="{A9EF0DED-339D-4CA9-8697-5A3FB76485D6}" destId="{E92EC470-4979-4EBA-872C-5384ACA7787E}" srcOrd="0" destOrd="0" presId="urn:microsoft.com/office/officeart/2005/8/layout/bProcess3"/>
    <dgm:cxn modelId="{AAD3E12A-62DC-4953-B7FF-3E4E390325A2}" type="presOf" srcId="{CD48979E-A9F2-4C8C-978D-3F9B844C4E5A}" destId="{3B7CE51E-ED5E-4487-846F-8ACBC34385CC}" srcOrd="0" destOrd="0" presId="urn:microsoft.com/office/officeart/2005/8/layout/bProcess3"/>
    <dgm:cxn modelId="{29F3A130-EBFE-4EF5-AE39-E2B96F94C02B}" type="presOf" srcId="{D61D8D2C-4559-418A-A3B2-8E81F26D83B2}" destId="{CCA49032-1318-4F66-9D94-A04E50635683}" srcOrd="0" destOrd="0" presId="urn:microsoft.com/office/officeart/2005/8/layout/bProcess3"/>
    <dgm:cxn modelId="{784E0E33-22F8-4F44-B932-35BE62FE93D8}" type="presOf" srcId="{39884F3D-7863-4EC9-886B-A1C45343B99D}" destId="{8C2A635C-8852-415C-9DEE-6F057F58F8A1}" srcOrd="0" destOrd="0" presId="urn:microsoft.com/office/officeart/2005/8/layout/bProcess3"/>
    <dgm:cxn modelId="{2DC87A3A-A1F4-414D-A142-8702961C0654}" type="presOf" srcId="{614B9BCB-FC5A-4B93-A63A-C22C15D1BA10}" destId="{29340978-FEF2-4D20-A322-CDA963070194}" srcOrd="0" destOrd="0" presId="urn:microsoft.com/office/officeart/2005/8/layout/bProcess3"/>
    <dgm:cxn modelId="{C1C05264-387F-4501-AD05-642B6BAA7BF8}" srcId="{CD48979E-A9F2-4C8C-978D-3F9B844C4E5A}" destId="{B95DECC8-CDA7-42E7-A0E1-B70D9EDCA110}" srcOrd="1" destOrd="0" parTransId="{F775D116-4D66-4EDA-827C-A28D53D2BB56}" sibTransId="{A9EF0DED-339D-4CA9-8697-5A3FB76485D6}"/>
    <dgm:cxn modelId="{FACB6A6A-44BE-488F-81EB-F53B30FC3676}" type="presOf" srcId="{D61D8D2C-4559-418A-A3B2-8E81F26D83B2}" destId="{D26ABA9C-F471-4070-8263-0EA87A037558}" srcOrd="1" destOrd="0" presId="urn:microsoft.com/office/officeart/2005/8/layout/bProcess3"/>
    <dgm:cxn modelId="{8F995C4E-25DB-44BC-8968-2211FBE72DB9}" srcId="{CD48979E-A9F2-4C8C-978D-3F9B844C4E5A}" destId="{9F6D3093-DCA0-42E8-BDF2-0AE8AC82ABA0}" srcOrd="2" destOrd="0" parTransId="{43C0A666-D5F0-42C7-B78D-8D1091EAB68A}" sibTransId="{D61D8D2C-4559-418A-A3B2-8E81F26D83B2}"/>
    <dgm:cxn modelId="{1D36A46E-CEA4-4482-A84B-12C1F26047AC}" type="presOf" srcId="{93264BF6-F124-44E3-8B7A-1F9E31076B29}" destId="{DD8B1479-3870-4BA8-922B-7FE357455C34}" srcOrd="0" destOrd="0" presId="urn:microsoft.com/office/officeart/2005/8/layout/bProcess3"/>
    <dgm:cxn modelId="{554FD74F-728B-402E-8DE7-42B56BFE8FA5}" type="presOf" srcId="{39884F3D-7863-4EC9-886B-A1C45343B99D}" destId="{141D2805-DD19-4BD4-B397-0EE46A1C0D51}" srcOrd="1" destOrd="0" presId="urn:microsoft.com/office/officeart/2005/8/layout/bProcess3"/>
    <dgm:cxn modelId="{C0C9A551-6084-44E5-8F62-15D769432C0A}" srcId="{CD48979E-A9F2-4C8C-978D-3F9B844C4E5A}" destId="{30C7342C-BAA1-444C-9652-AEC7719C5066}" srcOrd="0" destOrd="0" parTransId="{35390201-1C63-40C8-9978-ECC091E9BF13}" sibTransId="{FF90AF3C-03BA-43E6-AFC1-F81EB8A57F4B}"/>
    <dgm:cxn modelId="{87DBC956-107D-4B92-A725-22294014AE03}" srcId="{CD48979E-A9F2-4C8C-978D-3F9B844C4E5A}" destId="{6A28D283-728B-46A3-9559-BC9DD6651E9E}" srcOrd="4" destOrd="0" parTransId="{5F76A0A7-6614-400D-BFF5-CC8B99AACFE8}" sibTransId="{614B9BCB-FC5A-4B93-A63A-C22C15D1BA10}"/>
    <dgm:cxn modelId="{B018C15A-6554-4E20-846D-DFF5CC0ACD89}" srcId="{CD48979E-A9F2-4C8C-978D-3F9B844C4E5A}" destId="{377DC6B6-1A98-4CC8-B55E-8B133B4D4045}" srcOrd="3" destOrd="0" parTransId="{B9021840-86F7-4574-8A58-209CD94A4F4F}" sibTransId="{39884F3D-7863-4EC9-886B-A1C45343B99D}"/>
    <dgm:cxn modelId="{7684C97C-F5CA-498E-8477-53904D6BDFDA}" type="presOf" srcId="{377DC6B6-1A98-4CC8-B55E-8B133B4D4045}" destId="{047AA96E-4180-49B1-B268-03CB44CBCD5A}" srcOrd="0" destOrd="0" presId="urn:microsoft.com/office/officeart/2005/8/layout/bProcess3"/>
    <dgm:cxn modelId="{84036E81-AF5E-4BF3-9391-88E27871345C}" type="presOf" srcId="{6A28D283-728B-46A3-9559-BC9DD6651E9E}" destId="{E1E30DF8-34E7-4796-AF1F-0413E601D598}" srcOrd="0" destOrd="0" presId="urn:microsoft.com/office/officeart/2005/8/layout/bProcess3"/>
    <dgm:cxn modelId="{E5F71794-25C4-4572-9877-43A42D7F7177}" srcId="{CD48979E-A9F2-4C8C-978D-3F9B844C4E5A}" destId="{7315108D-27C3-4B5E-86D0-660651228863}" srcOrd="7" destOrd="0" parTransId="{5F0EA0E6-9391-4860-A54F-AA00589CE35D}" sibTransId="{8B037918-17B5-4341-8782-739048AB28E9}"/>
    <dgm:cxn modelId="{E449EA94-E3B9-49B2-BABA-AD765A3242E4}" type="presOf" srcId="{FF90AF3C-03BA-43E6-AFC1-F81EB8A57F4B}" destId="{885A03C7-3167-4C0C-8787-FBF1010044F0}" srcOrd="1" destOrd="0" presId="urn:microsoft.com/office/officeart/2005/8/layout/bProcess3"/>
    <dgm:cxn modelId="{C9DA81A9-F781-475D-969E-BA0CEE316607}" type="presOf" srcId="{7315108D-27C3-4B5E-86D0-660651228863}" destId="{2E3D904F-BD9E-4275-B697-356128E0C882}" srcOrd="0" destOrd="0" presId="urn:microsoft.com/office/officeart/2005/8/layout/bProcess3"/>
    <dgm:cxn modelId="{97AC2CAB-A499-4973-B0F1-8DFA839CA7D3}" type="presOf" srcId="{93264BF6-F124-44E3-8B7A-1F9E31076B29}" destId="{6D6876A0-AA67-4444-AF55-B1C522A57E77}" srcOrd="1" destOrd="0" presId="urn:microsoft.com/office/officeart/2005/8/layout/bProcess3"/>
    <dgm:cxn modelId="{235922AE-30BE-43CF-A119-DB882DC438F3}" type="presOf" srcId="{30C7342C-BAA1-444C-9652-AEC7719C5066}" destId="{AA50403C-6D57-4A5B-913E-5D907138775A}" srcOrd="0" destOrd="0" presId="urn:microsoft.com/office/officeart/2005/8/layout/bProcess3"/>
    <dgm:cxn modelId="{A4CECDAE-28AA-4FE9-8AC4-AAFB48A98FD2}" type="presOf" srcId="{9F6D3093-DCA0-42E8-BDF2-0AE8AC82ABA0}" destId="{E5529046-9853-43DD-BD6E-5FE69C202173}" srcOrd="0" destOrd="0" presId="urn:microsoft.com/office/officeart/2005/8/layout/bProcess3"/>
    <dgm:cxn modelId="{1024BDC1-A794-44DA-B041-BF9366D58196}" type="presOf" srcId="{E9C35195-2034-4A48-9980-88F60275B252}" destId="{F53341EC-8187-4991-AD0D-C8FA0B4874A7}" srcOrd="0" destOrd="0" presId="urn:microsoft.com/office/officeart/2005/8/layout/bProcess3"/>
    <dgm:cxn modelId="{A279BFC6-A110-436C-B071-78B739822CBC}" type="presOf" srcId="{B95DECC8-CDA7-42E7-A0E1-B70D9EDCA110}" destId="{1904395A-6629-49E0-89DB-D0BFFB23A50F}" srcOrd="0" destOrd="0" presId="urn:microsoft.com/office/officeart/2005/8/layout/bProcess3"/>
    <dgm:cxn modelId="{E9C106DB-41C9-4396-9A17-1495514C9F38}" type="presOf" srcId="{FF90AF3C-03BA-43E6-AFC1-F81EB8A57F4B}" destId="{021BB737-1FFF-4CA7-AA6D-FF5A4B85B8DE}" srcOrd="0" destOrd="0" presId="urn:microsoft.com/office/officeart/2005/8/layout/bProcess3"/>
    <dgm:cxn modelId="{3C1216E4-B244-49A4-955B-2D52AC3E3A40}" type="presOf" srcId="{897348F1-DA4A-43A9-8B70-F1F023BCF518}" destId="{F84CE848-331A-47AF-A8F5-C29BB99675D2}" srcOrd="0" destOrd="0" presId="urn:microsoft.com/office/officeart/2005/8/layout/bProcess3"/>
    <dgm:cxn modelId="{5C45A4EA-C6A3-4D35-894E-DC93F745707A}" type="presOf" srcId="{614B9BCB-FC5A-4B93-A63A-C22C15D1BA10}" destId="{DF3864E2-0863-4C6B-A31D-8BA698F60F52}" srcOrd="1" destOrd="0" presId="urn:microsoft.com/office/officeart/2005/8/layout/bProcess3"/>
    <dgm:cxn modelId="{1AC384ED-50A5-4A72-929A-84B3F66D9FAE}" type="presOf" srcId="{A9EF0DED-339D-4CA9-8697-5A3FB76485D6}" destId="{719E3BF6-1C6A-4018-9F0E-3632816F0A6B}" srcOrd="1" destOrd="0" presId="urn:microsoft.com/office/officeart/2005/8/layout/bProcess3"/>
    <dgm:cxn modelId="{E02AAAEE-D972-42A9-AD5E-A8FDC3FFCBEF}" srcId="{CD48979E-A9F2-4C8C-978D-3F9B844C4E5A}" destId="{E9C35195-2034-4A48-9980-88F60275B252}" srcOrd="6" destOrd="0" parTransId="{ED89195F-2A35-4001-8808-470AE2A0BB1D}" sibTransId="{93264BF6-F124-44E3-8B7A-1F9E31076B29}"/>
    <dgm:cxn modelId="{4B4E5FF7-A847-43F9-9B96-D8885CC736D1}" type="presOf" srcId="{897348F1-DA4A-43A9-8B70-F1F023BCF518}" destId="{3D9A6C85-8A0B-4A06-B522-0542FBA56248}" srcOrd="1" destOrd="0" presId="urn:microsoft.com/office/officeart/2005/8/layout/bProcess3"/>
    <dgm:cxn modelId="{BBB538A8-7CBE-41EA-9213-02E363B88E01}" type="presParOf" srcId="{3B7CE51E-ED5E-4487-846F-8ACBC34385CC}" destId="{AA50403C-6D57-4A5B-913E-5D907138775A}" srcOrd="0" destOrd="0" presId="urn:microsoft.com/office/officeart/2005/8/layout/bProcess3"/>
    <dgm:cxn modelId="{423FF02C-832F-4B95-889E-74A2333F16AE}" type="presParOf" srcId="{3B7CE51E-ED5E-4487-846F-8ACBC34385CC}" destId="{021BB737-1FFF-4CA7-AA6D-FF5A4B85B8DE}" srcOrd="1" destOrd="0" presId="urn:microsoft.com/office/officeart/2005/8/layout/bProcess3"/>
    <dgm:cxn modelId="{6AFD6F21-431D-4BC3-B139-7168D3E18ABA}" type="presParOf" srcId="{021BB737-1FFF-4CA7-AA6D-FF5A4B85B8DE}" destId="{885A03C7-3167-4C0C-8787-FBF1010044F0}" srcOrd="0" destOrd="0" presId="urn:microsoft.com/office/officeart/2005/8/layout/bProcess3"/>
    <dgm:cxn modelId="{1F853D08-E450-4341-96D8-3083E26BB323}" type="presParOf" srcId="{3B7CE51E-ED5E-4487-846F-8ACBC34385CC}" destId="{1904395A-6629-49E0-89DB-D0BFFB23A50F}" srcOrd="2" destOrd="0" presId="urn:microsoft.com/office/officeart/2005/8/layout/bProcess3"/>
    <dgm:cxn modelId="{FC56E0CD-80C1-4A56-9736-36ACC82DF236}" type="presParOf" srcId="{3B7CE51E-ED5E-4487-846F-8ACBC34385CC}" destId="{E92EC470-4979-4EBA-872C-5384ACA7787E}" srcOrd="3" destOrd="0" presId="urn:microsoft.com/office/officeart/2005/8/layout/bProcess3"/>
    <dgm:cxn modelId="{BF59BD13-6EB2-49EB-B983-5F6550957309}" type="presParOf" srcId="{E92EC470-4979-4EBA-872C-5384ACA7787E}" destId="{719E3BF6-1C6A-4018-9F0E-3632816F0A6B}" srcOrd="0" destOrd="0" presId="urn:microsoft.com/office/officeart/2005/8/layout/bProcess3"/>
    <dgm:cxn modelId="{9D55BB2C-9F29-4515-987D-C9C1D0C547E8}" type="presParOf" srcId="{3B7CE51E-ED5E-4487-846F-8ACBC34385CC}" destId="{E5529046-9853-43DD-BD6E-5FE69C202173}" srcOrd="4" destOrd="0" presId="urn:microsoft.com/office/officeart/2005/8/layout/bProcess3"/>
    <dgm:cxn modelId="{D02BBB7E-B2A5-493C-AA86-3F11E08B70B4}" type="presParOf" srcId="{3B7CE51E-ED5E-4487-846F-8ACBC34385CC}" destId="{CCA49032-1318-4F66-9D94-A04E50635683}" srcOrd="5" destOrd="0" presId="urn:microsoft.com/office/officeart/2005/8/layout/bProcess3"/>
    <dgm:cxn modelId="{FF281831-9C8A-48E4-940C-07F7F169A37B}" type="presParOf" srcId="{CCA49032-1318-4F66-9D94-A04E50635683}" destId="{D26ABA9C-F471-4070-8263-0EA87A037558}" srcOrd="0" destOrd="0" presId="urn:microsoft.com/office/officeart/2005/8/layout/bProcess3"/>
    <dgm:cxn modelId="{837DFEEB-4FAE-4833-9019-200315159687}" type="presParOf" srcId="{3B7CE51E-ED5E-4487-846F-8ACBC34385CC}" destId="{047AA96E-4180-49B1-B268-03CB44CBCD5A}" srcOrd="6" destOrd="0" presId="urn:microsoft.com/office/officeart/2005/8/layout/bProcess3"/>
    <dgm:cxn modelId="{EA150546-76C4-4914-9F4F-3DD17CCAEA08}" type="presParOf" srcId="{3B7CE51E-ED5E-4487-846F-8ACBC34385CC}" destId="{8C2A635C-8852-415C-9DEE-6F057F58F8A1}" srcOrd="7" destOrd="0" presId="urn:microsoft.com/office/officeart/2005/8/layout/bProcess3"/>
    <dgm:cxn modelId="{9D72BD4B-7CF5-4269-BC2D-E23EE3648A94}" type="presParOf" srcId="{8C2A635C-8852-415C-9DEE-6F057F58F8A1}" destId="{141D2805-DD19-4BD4-B397-0EE46A1C0D51}" srcOrd="0" destOrd="0" presId="urn:microsoft.com/office/officeart/2005/8/layout/bProcess3"/>
    <dgm:cxn modelId="{AFDB1046-563F-4CF9-BCF4-D3BDADB79212}" type="presParOf" srcId="{3B7CE51E-ED5E-4487-846F-8ACBC34385CC}" destId="{E1E30DF8-34E7-4796-AF1F-0413E601D598}" srcOrd="8" destOrd="0" presId="urn:microsoft.com/office/officeart/2005/8/layout/bProcess3"/>
    <dgm:cxn modelId="{978B2C41-7CCF-4BCC-A509-BDE309A8CE30}" type="presParOf" srcId="{3B7CE51E-ED5E-4487-846F-8ACBC34385CC}" destId="{29340978-FEF2-4D20-A322-CDA963070194}" srcOrd="9" destOrd="0" presId="urn:microsoft.com/office/officeart/2005/8/layout/bProcess3"/>
    <dgm:cxn modelId="{3A9DDE80-D941-4B64-A6DB-2E8A88B6130E}" type="presParOf" srcId="{29340978-FEF2-4D20-A322-CDA963070194}" destId="{DF3864E2-0863-4C6B-A31D-8BA698F60F52}" srcOrd="0" destOrd="0" presId="urn:microsoft.com/office/officeart/2005/8/layout/bProcess3"/>
    <dgm:cxn modelId="{7CAECC58-8428-4FEC-ABC9-55AAAFC67990}" type="presParOf" srcId="{3B7CE51E-ED5E-4487-846F-8ACBC34385CC}" destId="{F793DB36-9235-4734-8E3C-3F8C70FC74E4}" srcOrd="10" destOrd="0" presId="urn:microsoft.com/office/officeart/2005/8/layout/bProcess3"/>
    <dgm:cxn modelId="{6CEC2583-E4DC-4665-BF18-C193D4335C2B}" type="presParOf" srcId="{3B7CE51E-ED5E-4487-846F-8ACBC34385CC}" destId="{F84CE848-331A-47AF-A8F5-C29BB99675D2}" srcOrd="11" destOrd="0" presId="urn:microsoft.com/office/officeart/2005/8/layout/bProcess3"/>
    <dgm:cxn modelId="{FD11D276-3EFA-4235-A0EE-6BC965B669C7}" type="presParOf" srcId="{F84CE848-331A-47AF-A8F5-C29BB99675D2}" destId="{3D9A6C85-8A0B-4A06-B522-0542FBA56248}" srcOrd="0" destOrd="0" presId="urn:microsoft.com/office/officeart/2005/8/layout/bProcess3"/>
    <dgm:cxn modelId="{8EA7CD21-7EAB-4743-8308-A917035EE4BC}" type="presParOf" srcId="{3B7CE51E-ED5E-4487-846F-8ACBC34385CC}" destId="{F53341EC-8187-4991-AD0D-C8FA0B4874A7}" srcOrd="12" destOrd="0" presId="urn:microsoft.com/office/officeart/2005/8/layout/bProcess3"/>
    <dgm:cxn modelId="{317B9B28-AC42-4F65-BA5E-20D59AD6FEA5}" type="presParOf" srcId="{3B7CE51E-ED5E-4487-846F-8ACBC34385CC}" destId="{DD8B1479-3870-4BA8-922B-7FE357455C34}" srcOrd="13" destOrd="0" presId="urn:microsoft.com/office/officeart/2005/8/layout/bProcess3"/>
    <dgm:cxn modelId="{F9A3F30C-0F94-4600-88A8-33E3126F2DDE}" type="presParOf" srcId="{DD8B1479-3870-4BA8-922B-7FE357455C34}" destId="{6D6876A0-AA67-4444-AF55-B1C522A57E77}" srcOrd="0" destOrd="0" presId="urn:microsoft.com/office/officeart/2005/8/layout/bProcess3"/>
    <dgm:cxn modelId="{4CC664B6-12AE-4573-BFE9-EC1B8A1F8897}" type="presParOf" srcId="{3B7CE51E-ED5E-4487-846F-8ACBC34385CC}" destId="{2E3D904F-BD9E-4275-B697-356128E0C882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BB737-1FFF-4CA7-AA6D-FF5A4B85B8DE}">
      <dsp:nvSpPr>
        <dsp:cNvPr id="0" name=""/>
        <dsp:cNvSpPr/>
      </dsp:nvSpPr>
      <dsp:spPr>
        <a:xfrm>
          <a:off x="2391588" y="993325"/>
          <a:ext cx="51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36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2637522" y="1036295"/>
        <a:ext cx="27498" cy="5499"/>
      </dsp:txXfrm>
    </dsp:sp>
    <dsp:sp modelId="{AA50403C-6D57-4A5B-913E-5D907138775A}">
      <dsp:nvSpPr>
        <dsp:cNvPr id="0" name=""/>
        <dsp:cNvSpPr/>
      </dsp:nvSpPr>
      <dsp:spPr>
        <a:xfrm>
          <a:off x="2232" y="32169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b="1" i="0" u="none" kern="1200" dirty="0"/>
            <a:t>1. </a:t>
          </a:r>
          <a:r>
            <a:rPr lang="en-US" sz="2000" b="1" i="0" u="none" kern="1200" dirty="0" err="1"/>
            <a:t>Postavljanje</a:t>
          </a:r>
          <a:r>
            <a:rPr lang="en-US" sz="2000" b="1" i="0" u="none" kern="1200" dirty="0"/>
            <a:t> </a:t>
          </a:r>
          <a:r>
            <a:rPr lang="en-US" sz="2000" b="1" i="0" u="none" kern="1200" dirty="0" err="1"/>
            <a:t>okruženja</a:t>
          </a:r>
          <a:r>
            <a:rPr lang="en-US" sz="2000" b="0" i="0" u="none" kern="1200" dirty="0"/>
            <a:t> - VM, </a:t>
          </a:r>
          <a:r>
            <a:rPr lang="en-US" sz="2000" b="0" i="0" u="none" kern="1200" dirty="0" err="1"/>
            <a:t>mreža</a:t>
          </a:r>
          <a:r>
            <a:rPr lang="en-US" sz="2000" b="0" i="0" u="none" kern="1200" dirty="0"/>
            <a:t>, </a:t>
          </a:r>
          <a:r>
            <a:rPr lang="en-US" sz="2000" b="0" i="0" u="none" kern="1200" dirty="0" err="1"/>
            <a:t>instalacija</a:t>
          </a:r>
          <a:r>
            <a:rPr lang="en-US" sz="2000" b="0" i="0" u="none" kern="1200" dirty="0"/>
            <a:t> alata</a:t>
          </a:r>
          <a:r>
            <a:rPr lang="en-US" sz="2000" b="0" i="0" kern="1200" dirty="0"/>
            <a:t>​</a:t>
          </a:r>
          <a:endParaRPr lang="hr-HR" sz="2000" kern="1200" dirty="0"/>
        </a:p>
      </dsp:txBody>
      <dsp:txXfrm>
        <a:off x="2232" y="321698"/>
        <a:ext cx="2391155" cy="1434693"/>
      </dsp:txXfrm>
    </dsp:sp>
    <dsp:sp modelId="{E92EC470-4979-4EBA-872C-5384ACA7787E}">
      <dsp:nvSpPr>
        <dsp:cNvPr id="0" name=""/>
        <dsp:cNvSpPr/>
      </dsp:nvSpPr>
      <dsp:spPr>
        <a:xfrm>
          <a:off x="5332710" y="993325"/>
          <a:ext cx="51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36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5578643" y="1036295"/>
        <a:ext cx="27498" cy="5499"/>
      </dsp:txXfrm>
    </dsp:sp>
    <dsp:sp modelId="{1904395A-6629-49E0-89DB-D0BFFB23A50F}">
      <dsp:nvSpPr>
        <dsp:cNvPr id="0" name=""/>
        <dsp:cNvSpPr/>
      </dsp:nvSpPr>
      <dsp:spPr>
        <a:xfrm>
          <a:off x="2943354" y="32169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2. </a:t>
          </a:r>
          <a:r>
            <a:rPr lang="en-US" sz="2000" b="1" i="0" u="none" kern="1200" dirty="0"/>
            <a:t>SPF </a:t>
          </a:r>
          <a:r>
            <a:rPr lang="en-US" sz="2000" b="0" i="0" u="none" kern="1200" dirty="0"/>
            <a:t>i</a:t>
          </a:r>
          <a:r>
            <a:rPr lang="en-US" sz="2000" b="1" i="0" u="none" kern="1200" dirty="0"/>
            <a:t> DKIM </a:t>
          </a:r>
          <a:r>
            <a:rPr lang="en-US" sz="2000" b="0" i="0" u="none" kern="1200" dirty="0" err="1"/>
            <a:t>implementacija</a:t>
          </a:r>
          <a:r>
            <a:rPr lang="en-US" sz="2000" b="0" i="0" kern="1200" dirty="0"/>
            <a:t>​</a:t>
          </a:r>
        </a:p>
      </dsp:txBody>
      <dsp:txXfrm>
        <a:off x="2943354" y="321698"/>
        <a:ext cx="2391155" cy="1434693"/>
      </dsp:txXfrm>
    </dsp:sp>
    <dsp:sp modelId="{CCA49032-1318-4F66-9D94-A04E50635683}">
      <dsp:nvSpPr>
        <dsp:cNvPr id="0" name=""/>
        <dsp:cNvSpPr/>
      </dsp:nvSpPr>
      <dsp:spPr>
        <a:xfrm>
          <a:off x="8273831" y="993325"/>
          <a:ext cx="51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36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8519765" y="1036295"/>
        <a:ext cx="27498" cy="5499"/>
      </dsp:txXfrm>
    </dsp:sp>
    <dsp:sp modelId="{E5529046-9853-43DD-BD6E-5FE69C202173}">
      <dsp:nvSpPr>
        <dsp:cNvPr id="0" name=""/>
        <dsp:cNvSpPr/>
      </dsp:nvSpPr>
      <dsp:spPr>
        <a:xfrm>
          <a:off x="5884475" y="32169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3. D</a:t>
          </a:r>
          <a:r>
            <a:rPr lang="en-US" sz="2000" b="1" i="0" u="none" kern="1200" dirty="0"/>
            <a:t>MARC</a:t>
          </a:r>
          <a:r>
            <a:rPr lang="en-US" sz="2000" b="0" i="0" u="none" kern="1200" dirty="0"/>
            <a:t> </a:t>
          </a:r>
          <a:br>
            <a:rPr lang="hr-HR" sz="2000" b="0" i="0" u="none" kern="1200" dirty="0"/>
          </a:br>
          <a:r>
            <a:rPr lang="en-US" sz="2000" b="0" i="0" u="none" kern="1200" dirty="0" err="1"/>
            <a:t>implementacija</a:t>
          </a:r>
          <a:r>
            <a:rPr lang="en-US" sz="2000" b="0" i="0" kern="1200" dirty="0"/>
            <a:t>​</a:t>
          </a:r>
        </a:p>
      </dsp:txBody>
      <dsp:txXfrm>
        <a:off x="5884475" y="321698"/>
        <a:ext cx="2391155" cy="1434693"/>
      </dsp:txXfrm>
    </dsp:sp>
    <dsp:sp modelId="{8C2A635C-8852-415C-9DEE-6F057F58F8A1}">
      <dsp:nvSpPr>
        <dsp:cNvPr id="0" name=""/>
        <dsp:cNvSpPr/>
      </dsp:nvSpPr>
      <dsp:spPr>
        <a:xfrm>
          <a:off x="1197810" y="1754592"/>
          <a:ext cx="8823365" cy="519365"/>
        </a:xfrm>
        <a:custGeom>
          <a:avLst/>
          <a:gdLst/>
          <a:ahLst/>
          <a:cxnLst/>
          <a:rect l="0" t="0" r="0" b="0"/>
          <a:pathLst>
            <a:path>
              <a:moveTo>
                <a:pt x="8823365" y="0"/>
              </a:moveTo>
              <a:lnTo>
                <a:pt x="8823365" y="276782"/>
              </a:lnTo>
              <a:lnTo>
                <a:pt x="0" y="276782"/>
              </a:lnTo>
              <a:lnTo>
                <a:pt x="0" y="51936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5388480" y="2011525"/>
        <a:ext cx="442024" cy="5499"/>
      </dsp:txXfrm>
    </dsp:sp>
    <dsp:sp modelId="{047AA96E-4180-49B1-B268-03CB44CBCD5A}">
      <dsp:nvSpPr>
        <dsp:cNvPr id="0" name=""/>
        <dsp:cNvSpPr/>
      </dsp:nvSpPr>
      <dsp:spPr>
        <a:xfrm>
          <a:off x="8825597" y="32169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4. </a:t>
          </a:r>
          <a:r>
            <a:rPr lang="en-US" sz="2000" b="1" i="0" u="none" kern="1200" dirty="0" err="1"/>
            <a:t>Izvođenje</a:t>
          </a:r>
          <a:r>
            <a:rPr lang="en-US" sz="2000" b="1" i="0" u="none" kern="1200" dirty="0"/>
            <a:t> E-mail </a:t>
          </a:r>
          <a:r>
            <a:rPr lang="en-US" sz="2000" b="1" i="0" u="none" kern="1200" dirty="0" err="1"/>
            <a:t>napada</a:t>
          </a:r>
          <a:r>
            <a:rPr lang="en-US" sz="2000" b="0" i="0" u="none" kern="1200" dirty="0"/>
            <a:t> - spoofing i </a:t>
          </a:r>
          <a:r>
            <a:rPr lang="en-US" sz="2000" b="0" i="0" u="none" kern="1200" dirty="0" err="1"/>
            <a:t>phising</a:t>
          </a:r>
          <a:r>
            <a:rPr lang="en-US" sz="2000" b="0" i="0" kern="1200" dirty="0"/>
            <a:t>​</a:t>
          </a:r>
        </a:p>
      </dsp:txBody>
      <dsp:txXfrm>
        <a:off x="8825597" y="321698"/>
        <a:ext cx="2391155" cy="1434693"/>
      </dsp:txXfrm>
    </dsp:sp>
    <dsp:sp modelId="{29340978-FEF2-4D20-A322-CDA963070194}">
      <dsp:nvSpPr>
        <dsp:cNvPr id="0" name=""/>
        <dsp:cNvSpPr/>
      </dsp:nvSpPr>
      <dsp:spPr>
        <a:xfrm>
          <a:off x="2391588" y="2977985"/>
          <a:ext cx="51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36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2637522" y="3020955"/>
        <a:ext cx="27498" cy="5499"/>
      </dsp:txXfrm>
    </dsp:sp>
    <dsp:sp modelId="{E1E30DF8-34E7-4796-AF1F-0413E601D598}">
      <dsp:nvSpPr>
        <dsp:cNvPr id="0" name=""/>
        <dsp:cNvSpPr/>
      </dsp:nvSpPr>
      <dsp:spPr>
        <a:xfrm>
          <a:off x="2232" y="230635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5. </a:t>
          </a:r>
          <a:r>
            <a:rPr lang="en-US" sz="2000" b="1" i="0" u="none" kern="1200" dirty="0"/>
            <a:t>Analiza DMARC  </a:t>
          </a:r>
          <a:r>
            <a:rPr lang="en-US" sz="2000" b="1" i="0" u="none" kern="1200" dirty="0" err="1"/>
            <a:t>izvještaja</a:t>
          </a:r>
          <a:r>
            <a:rPr lang="en-US" sz="2000" b="0" i="0" kern="1200" dirty="0"/>
            <a:t>​</a:t>
          </a:r>
        </a:p>
      </dsp:txBody>
      <dsp:txXfrm>
        <a:off x="2232" y="2306358"/>
        <a:ext cx="2391155" cy="1434693"/>
      </dsp:txXfrm>
    </dsp:sp>
    <dsp:sp modelId="{F84CE848-331A-47AF-A8F5-C29BB99675D2}">
      <dsp:nvSpPr>
        <dsp:cNvPr id="0" name=""/>
        <dsp:cNvSpPr/>
      </dsp:nvSpPr>
      <dsp:spPr>
        <a:xfrm>
          <a:off x="5332710" y="2977985"/>
          <a:ext cx="51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36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5578643" y="3020955"/>
        <a:ext cx="27498" cy="5499"/>
      </dsp:txXfrm>
    </dsp:sp>
    <dsp:sp modelId="{F793DB36-9235-4734-8E3C-3F8C70FC74E4}">
      <dsp:nvSpPr>
        <dsp:cNvPr id="0" name=""/>
        <dsp:cNvSpPr/>
      </dsp:nvSpPr>
      <dsp:spPr>
        <a:xfrm>
          <a:off x="2943354" y="230635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6. </a:t>
          </a:r>
          <a:r>
            <a:rPr lang="en-US" sz="2000" b="1" i="0" u="none" kern="1200" dirty="0" err="1"/>
            <a:t>Optimizacija</a:t>
          </a:r>
          <a:r>
            <a:rPr lang="en-US" sz="2000" b="1" i="0" u="none" kern="1200" dirty="0"/>
            <a:t> DMARC </a:t>
          </a:r>
          <a:r>
            <a:rPr lang="en-US" sz="2000" b="1" i="0" u="none" kern="1200" dirty="0" err="1"/>
            <a:t>postavki</a:t>
          </a:r>
          <a:r>
            <a:rPr lang="en-US" sz="2000" b="0" i="0" kern="1200" dirty="0"/>
            <a:t>​</a:t>
          </a:r>
        </a:p>
      </dsp:txBody>
      <dsp:txXfrm>
        <a:off x="2943354" y="2306358"/>
        <a:ext cx="2391155" cy="1434693"/>
      </dsp:txXfrm>
    </dsp:sp>
    <dsp:sp modelId="{DD8B1479-3870-4BA8-922B-7FE357455C34}">
      <dsp:nvSpPr>
        <dsp:cNvPr id="0" name=""/>
        <dsp:cNvSpPr/>
      </dsp:nvSpPr>
      <dsp:spPr>
        <a:xfrm>
          <a:off x="8273831" y="2977985"/>
          <a:ext cx="51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365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500" kern="1200"/>
        </a:p>
      </dsp:txBody>
      <dsp:txXfrm>
        <a:off x="8519765" y="3020955"/>
        <a:ext cx="27498" cy="5499"/>
      </dsp:txXfrm>
    </dsp:sp>
    <dsp:sp modelId="{F53341EC-8187-4991-AD0D-C8FA0B4874A7}">
      <dsp:nvSpPr>
        <dsp:cNvPr id="0" name=""/>
        <dsp:cNvSpPr/>
      </dsp:nvSpPr>
      <dsp:spPr>
        <a:xfrm>
          <a:off x="5884475" y="230635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7. </a:t>
          </a:r>
          <a:r>
            <a:rPr lang="en-US" sz="2000" b="1" i="0" u="none" kern="1200" dirty="0"/>
            <a:t>Ponov</a:t>
          </a:r>
          <a:r>
            <a:rPr lang="hr-HR" sz="2000" b="1" i="0" u="none" kern="1200" dirty="0"/>
            <a:t>n</a:t>
          </a:r>
          <a:r>
            <a:rPr lang="en-US" sz="2000" b="1" i="0" u="none" kern="1200" dirty="0"/>
            <a:t>o </a:t>
          </a:r>
          <a:r>
            <a:rPr lang="en-US" sz="2000" b="1" i="0" u="none" kern="1200" dirty="0" err="1"/>
            <a:t>izvođenje</a:t>
          </a:r>
          <a:r>
            <a:rPr lang="en-US" sz="2000" b="0" i="0" kern="1200" dirty="0"/>
            <a:t>​</a:t>
          </a:r>
          <a:br>
            <a:rPr lang="en-US" sz="2000" b="0" i="0" kern="1200" dirty="0"/>
          </a:br>
          <a:r>
            <a:rPr lang="en-US" sz="2000" b="1" i="0" u="none" kern="1200" dirty="0"/>
            <a:t>E-mail </a:t>
          </a:r>
          <a:r>
            <a:rPr lang="en-US" sz="2000" b="1" i="0" u="none" kern="1200" dirty="0" err="1"/>
            <a:t>napada</a:t>
          </a:r>
          <a:r>
            <a:rPr lang="en-US" sz="2000" b="0" i="0" kern="1200" dirty="0"/>
            <a:t>​</a:t>
          </a:r>
        </a:p>
      </dsp:txBody>
      <dsp:txXfrm>
        <a:off x="5884475" y="2306358"/>
        <a:ext cx="2391155" cy="1434693"/>
      </dsp:txXfrm>
    </dsp:sp>
    <dsp:sp modelId="{2E3D904F-BD9E-4275-B697-356128E0C882}">
      <dsp:nvSpPr>
        <dsp:cNvPr id="0" name=""/>
        <dsp:cNvSpPr/>
      </dsp:nvSpPr>
      <dsp:spPr>
        <a:xfrm>
          <a:off x="8825597" y="2306358"/>
          <a:ext cx="2391155" cy="14346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r-HR" sz="2000" b="1" i="0" u="none" kern="1200" dirty="0"/>
            <a:t>8. </a:t>
          </a:r>
          <a:r>
            <a:rPr lang="en-US" sz="2000" b="1" i="0" u="none" kern="1200" dirty="0" err="1"/>
            <a:t>Izrada</a:t>
          </a:r>
          <a:r>
            <a:rPr lang="en-US" sz="2000" b="1" i="0" u="none" kern="1200" dirty="0"/>
            <a:t> </a:t>
          </a:r>
          <a:r>
            <a:rPr lang="en-US" sz="2000" b="1" i="0" u="none" kern="1200" dirty="0" err="1"/>
            <a:t>dokumentacije</a:t>
          </a:r>
          <a:endParaRPr lang="en-US" sz="2000" b="0" i="0" kern="1200" dirty="0"/>
        </a:p>
      </dsp:txBody>
      <dsp:txXfrm>
        <a:off x="8825597" y="2306358"/>
        <a:ext cx="2391155" cy="1434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86B5E-08F4-4721-8B9D-327D1CC00182}" type="datetimeFigureOut">
              <a:rPr lang="hr-HR" smtClean="0"/>
              <a:t>27.10.2025.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ACCE8-237D-457A-A387-0C523F901A0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2762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ACCE8-237D-457A-A387-0C523F901A02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9527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7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01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16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24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42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0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4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84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47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5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6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6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www.youtube.com/watch?v=sJ-5URX19d4" TargetMode="External"/><Relationship Id="rId7" Type="http://schemas.openxmlformats.org/officeDocument/2006/relationships/hyperlink" Target="https://dmarcian.com/getting-started-with-dmarc/?utm_source=chatgpt.com" TargetMode="External"/><Relationship Id="rId2" Type="http://schemas.openxmlformats.org/officeDocument/2006/relationships/hyperlink" Target="https://www.checkpoint.com/cyber-hub/threat-prevention/what-is-phishing/spoofing-vs-phish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221650803_DomainKeys_Identified_Mail_DKIM_Using_Digital_Signatures_for_Domain_Verification" TargetMode="External"/><Relationship Id="rId5" Type="http://schemas.openxmlformats.org/officeDocument/2006/relationships/hyperlink" Target="https://dkim.org/" TargetMode="External"/><Relationship Id="rId4" Type="http://schemas.openxmlformats.org/officeDocument/2006/relationships/hyperlink" Target="https://www.duocircle.com/content/spf-permerror/spf-neutral" TargetMode="External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7144" y="1410086"/>
            <a:ext cx="4998814" cy="4998814"/>
          </a:xfrm>
          <a:custGeom>
            <a:avLst/>
            <a:gdLst/>
            <a:ahLst/>
            <a:cxnLst/>
            <a:rect l="l" t="t" r="r" b="b"/>
            <a:pathLst>
              <a:path w="7498221" h="7498221">
                <a:moveTo>
                  <a:pt x="0" y="0"/>
                </a:moveTo>
                <a:lnTo>
                  <a:pt x="7498220" y="0"/>
                </a:lnTo>
                <a:lnTo>
                  <a:pt x="7498220" y="7498221"/>
                </a:lnTo>
                <a:lnTo>
                  <a:pt x="0" y="749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 sz="1200"/>
          </a:p>
        </p:txBody>
      </p:sp>
      <p:sp>
        <p:nvSpPr>
          <p:cNvPr id="3" name="Freeform 3"/>
          <p:cNvSpPr/>
          <p:nvPr/>
        </p:nvSpPr>
        <p:spPr>
          <a:xfrm>
            <a:off x="685800" y="1351470"/>
            <a:ext cx="4381500" cy="4155061"/>
          </a:xfrm>
          <a:custGeom>
            <a:avLst/>
            <a:gdLst/>
            <a:ahLst/>
            <a:cxnLst/>
            <a:rect l="l" t="t" r="r" b="b"/>
            <a:pathLst>
              <a:path w="6572250" h="6232592">
                <a:moveTo>
                  <a:pt x="0" y="0"/>
                </a:moveTo>
                <a:lnTo>
                  <a:pt x="6572250" y="0"/>
                </a:lnTo>
                <a:lnTo>
                  <a:pt x="6572250" y="6232592"/>
                </a:lnTo>
                <a:lnTo>
                  <a:pt x="0" y="6232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 sz="1200"/>
          </a:p>
        </p:txBody>
      </p:sp>
      <p:grpSp>
        <p:nvGrpSpPr>
          <p:cNvPr id="7" name="Group 7"/>
          <p:cNvGrpSpPr/>
          <p:nvPr/>
        </p:nvGrpSpPr>
        <p:grpSpPr>
          <a:xfrm>
            <a:off x="5536825" y="5307599"/>
            <a:ext cx="1728224" cy="487586"/>
            <a:chOff x="0" y="0"/>
            <a:chExt cx="682755" cy="192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2755" cy="192627"/>
            </a:xfrm>
            <a:custGeom>
              <a:avLst/>
              <a:gdLst/>
              <a:ahLst/>
              <a:cxnLst/>
              <a:rect l="l" t="t" r="r" b="b"/>
              <a:pathLst>
                <a:path w="682755" h="192627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71AEFF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  <p:txBody>
            <a:bodyPr/>
            <a:lstStyle/>
            <a:p>
              <a:endParaRPr lang="hr-HR" sz="12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11142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Learn More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9067800" y="5817524"/>
            <a:ext cx="4876800" cy="709353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 sz="1200"/>
          </a:p>
        </p:txBody>
      </p:sp>
      <p:sp>
        <p:nvSpPr>
          <p:cNvPr id="11" name="TextBox 11"/>
          <p:cNvSpPr txBox="1"/>
          <p:nvPr/>
        </p:nvSpPr>
        <p:spPr>
          <a:xfrm>
            <a:off x="5536825" y="2173606"/>
            <a:ext cx="665517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(Domain-Based Message Authentication, Reporting &amp; Conformance)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36825" y="1455458"/>
            <a:ext cx="6440810" cy="645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66"/>
              </a:lnSpc>
            </a:pPr>
            <a:r>
              <a:rPr lang="en-US" sz="4000" dirty="0" err="1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Implementacija</a:t>
            </a:r>
            <a:r>
              <a:rPr lang="en-US" sz="4000" dirty="0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DMARC-a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36825" y="4267866"/>
            <a:ext cx="644081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/>
              <a:t>Mentor: </a:t>
            </a:r>
            <a:r>
              <a:rPr lang="en-US" dirty="0" err="1">
                <a:latin typeface="Aptos"/>
                <a:ea typeface="Roboto"/>
                <a:cs typeface="Roboto"/>
              </a:rPr>
              <a:t>Izv</a:t>
            </a:r>
            <a:r>
              <a:rPr lang="en-US" dirty="0">
                <a:latin typeface="Aptos"/>
                <a:ea typeface="Roboto"/>
                <a:cs typeface="Roboto"/>
              </a:rPr>
              <a:t>. prof. dr. sc. Igor Tomičić</a:t>
            </a:r>
          </a:p>
          <a:p>
            <a:r>
              <a:rPr lang="en-US" dirty="0">
                <a:ea typeface="+mn-lt"/>
                <a:cs typeface="+mn-lt"/>
              </a:rPr>
              <a:t>Tim17</a:t>
            </a:r>
            <a:r>
              <a:rPr lang="hr-HR" dirty="0">
                <a:ea typeface="+mn-lt"/>
                <a:cs typeface="+mn-lt"/>
              </a:rPr>
              <a:t>:</a:t>
            </a:r>
            <a:br>
              <a:rPr lang="hr-HR" dirty="0"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Ennio David Komljenović, Marko Mencl, Filip Novak, Paula Zadravec</a:t>
            </a:r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 flipH="1">
            <a:off x="-1071563" y="220240"/>
            <a:ext cx="4876800" cy="709353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 sz="1200"/>
          </a:p>
        </p:txBody>
      </p:sp>
      <p:sp>
        <p:nvSpPr>
          <p:cNvPr id="18" name="TekstniOkvir 17">
            <a:extLst>
              <a:ext uri="{FF2B5EF4-FFF2-40B4-BE49-F238E27FC236}">
                <a16:creationId xmlns:a16="http://schemas.microsoft.com/office/drawing/2014/main" id="{FED7B8D8-6D67-599F-01B0-841F3B820CFA}"/>
              </a:ext>
            </a:extLst>
          </p:cNvPr>
          <p:cNvSpPr txBox="1"/>
          <p:nvPr/>
        </p:nvSpPr>
        <p:spPr>
          <a:xfrm>
            <a:off x="4365591" y="189971"/>
            <a:ext cx="346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ptos"/>
              </a:rPr>
              <a:t>Sigurnost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informacijskih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sustava</a:t>
            </a:r>
            <a:endParaRPr lang="en-US" dirty="0"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5695-6BF1-9356-7387-2DBD257B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Uvod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1040-8007-FAB9-8019-E2C3127ED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629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Email </a:t>
            </a:r>
            <a:r>
              <a:rPr lang="en-US" dirty="0" err="1"/>
              <a:t>napadi</a:t>
            </a:r>
            <a:r>
              <a:rPr lang="en-US" dirty="0"/>
              <a:t> - </a:t>
            </a:r>
            <a:r>
              <a:rPr lang="en-US" dirty="0" err="1"/>
              <a:t>jedan</a:t>
            </a:r>
            <a:r>
              <a:rPr lang="en-US" dirty="0"/>
              <a:t> od </a:t>
            </a:r>
            <a:r>
              <a:rPr lang="en-US" dirty="0" err="1"/>
              <a:t>najčešćih</a:t>
            </a:r>
            <a:r>
              <a:rPr lang="en-US" dirty="0"/>
              <a:t> </a:t>
            </a:r>
            <a:r>
              <a:rPr lang="en-US" dirty="0" err="1"/>
              <a:t>početnih</a:t>
            </a:r>
            <a:r>
              <a:rPr lang="en-US" dirty="0"/>
              <a:t> </a:t>
            </a:r>
            <a:r>
              <a:rPr lang="en-US" dirty="0" err="1"/>
              <a:t>vektora</a:t>
            </a:r>
            <a:r>
              <a:rPr lang="en-US" dirty="0"/>
              <a:t> </a:t>
            </a:r>
            <a:r>
              <a:rPr lang="en-US" dirty="0" err="1"/>
              <a:t>napada</a:t>
            </a:r>
            <a:r>
              <a:rPr lang="en-US" dirty="0"/>
              <a:t> </a:t>
            </a:r>
          </a:p>
          <a:p>
            <a:r>
              <a:rPr lang="en-US" dirty="0" err="1"/>
              <a:t>Vrste</a:t>
            </a:r>
            <a:r>
              <a:rPr lang="en-US" dirty="0"/>
              <a:t> </a:t>
            </a:r>
            <a:r>
              <a:rPr lang="en-US" dirty="0" err="1"/>
              <a:t>napada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Obrane</a:t>
            </a:r>
            <a:r>
              <a:rPr lang="en-US" dirty="0"/>
              <a:t> od </a:t>
            </a:r>
            <a:r>
              <a:rPr lang="en-US" dirty="0" err="1"/>
              <a:t>napada</a:t>
            </a:r>
            <a:r>
              <a:rPr lang="en-US" dirty="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/>
              <a:t>SPF</a:t>
            </a:r>
            <a:r>
              <a:rPr lang="hr-HR" dirty="0"/>
              <a:t> - </a:t>
            </a:r>
            <a:r>
              <a:rPr lang="hr-HR" dirty="0" err="1"/>
              <a:t>Sender</a:t>
            </a:r>
            <a:r>
              <a:rPr lang="hr-HR" dirty="0"/>
              <a:t> </a:t>
            </a:r>
            <a:r>
              <a:rPr lang="hr-HR" dirty="0" err="1"/>
              <a:t>Policy</a:t>
            </a:r>
            <a:r>
              <a:rPr lang="hr-HR" dirty="0"/>
              <a:t> Framework</a:t>
            </a:r>
            <a:endParaRPr lang="en-US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/>
              <a:t>DKIM</a:t>
            </a:r>
            <a:r>
              <a:rPr lang="hr-HR" dirty="0"/>
              <a:t> - </a:t>
            </a:r>
            <a:r>
              <a:rPr lang="hr-HR" dirty="0" err="1"/>
              <a:t>DomainKeys</a:t>
            </a:r>
            <a:r>
              <a:rPr lang="hr-HR" dirty="0"/>
              <a:t> </a:t>
            </a:r>
            <a:r>
              <a:rPr lang="hr-HR" dirty="0" err="1"/>
              <a:t>Identified</a:t>
            </a:r>
            <a:r>
              <a:rPr lang="hr-HR" dirty="0"/>
              <a:t> Mail</a:t>
            </a:r>
            <a:endParaRPr lang="en-US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/>
              <a:t>DMARC</a:t>
            </a:r>
            <a:r>
              <a:rPr lang="hr-HR" dirty="0"/>
              <a:t> - </a:t>
            </a:r>
            <a:r>
              <a:rPr lang="en-US" sz="2000" dirty="0"/>
              <a:t>Domain-based Message Authentication, Reporting and Conformance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EEEFDE-9CA4-8717-3E08-B88AF2CC0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79611"/>
              </p:ext>
            </p:extLst>
          </p:nvPr>
        </p:nvGraphicFramePr>
        <p:xfrm>
          <a:off x="1981200" y="3058160"/>
          <a:ext cx="8056879" cy="1097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72559">
                  <a:extLst>
                    <a:ext uri="{9D8B030D-6E8A-4147-A177-3AD203B41FA5}">
                      <a16:colId xmlns:a16="http://schemas.microsoft.com/office/drawing/2014/main" val="994861022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8671077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Phishing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Spoofing </a:t>
                      </a:r>
                      <a:endParaRPr lang="en-US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12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 dirty="0" err="1"/>
                        <a:t>pokušaj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 dirty="0" err="1"/>
                        <a:t>krađe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 dirty="0" err="1"/>
                        <a:t>osjetljivih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 dirty="0" err="1"/>
                        <a:t>podataka</a:t>
                      </a:r>
                      <a:r>
                        <a:rPr lang="en-US" sz="1800" b="0" i="0" u="none" strike="noStrike" noProof="0" dirty="0"/>
                        <a:t>  </a:t>
                      </a:r>
                      <a:r>
                        <a:rPr lang="en-US" sz="1800" b="0" i="0" u="none" strike="noStrike" noProof="0" dirty="0" err="1"/>
                        <a:t>putem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 dirty="0" err="1"/>
                        <a:t>lažnih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 dirty="0" err="1"/>
                        <a:t>poruka</a:t>
                      </a:r>
                      <a:endParaRPr lang="en-US" sz="1800" b="0" i="0" u="none" strike="noStrike" noProof="0" dirty="0" err="1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lažiranje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adrese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pošiljatelja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961153"/>
                  </a:ext>
                </a:extLst>
              </a:tr>
            </a:tbl>
          </a:graphicData>
        </a:graphic>
      </p:graphicFrame>
      <p:pic>
        <p:nvPicPr>
          <p:cNvPr id="5" name="Graphic 4" descr="Email outline">
            <a:extLst>
              <a:ext uri="{FF2B5EF4-FFF2-40B4-BE49-F238E27FC236}">
                <a16:creationId xmlns:a16="http://schemas.microsoft.com/office/drawing/2014/main" id="{E989299F-A5CF-7F6E-6656-65FF4B627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1933" y="5691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0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8F38-9C0C-4372-AB6B-1F01B673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AE46-7DF8-E0E6-33EB-70210ED8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62D3F-A7B0-C9BF-F351-634D00292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5"/>
            <a:ext cx="10678160" cy="4899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 err="1">
                <a:ea typeface="+mn-lt"/>
                <a:cs typeface="+mn-lt"/>
              </a:rPr>
              <a:t>Popis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dopušteih</a:t>
            </a:r>
            <a:r>
              <a:rPr lang="en-US" dirty="0">
                <a:ea typeface="+mn-lt"/>
                <a:cs typeface="+mn-lt"/>
              </a:rPr>
              <a:t> IP </a:t>
            </a:r>
            <a:r>
              <a:rPr lang="en-US" dirty="0" err="1">
                <a:ea typeface="+mn-lt"/>
                <a:cs typeface="+mn-lt"/>
              </a:rPr>
              <a:t>adresa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koji </a:t>
            </a:r>
            <a:r>
              <a:rPr lang="en-US" dirty="0" err="1">
                <a:ea typeface="+mn-lt"/>
                <a:cs typeface="+mn-lt"/>
              </a:rPr>
              <a:t>određuje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slati</a:t>
            </a:r>
            <a:r>
              <a:rPr lang="en-US" dirty="0">
                <a:ea typeface="+mn-lt"/>
                <a:cs typeface="+mn-lt"/>
              </a:rPr>
              <a:t> e</a:t>
            </a:r>
            <a:r>
              <a:rPr lang="hr-HR" dirty="0">
                <a:ea typeface="+mn-lt"/>
                <a:cs typeface="+mn-lt"/>
              </a:rPr>
              <a:t>-</a:t>
            </a:r>
            <a:r>
              <a:rPr lang="en-US" dirty="0">
                <a:ea typeface="+mn-lt"/>
                <a:cs typeface="+mn-lt"/>
              </a:rPr>
              <a:t>mail u </a:t>
            </a:r>
            <a:r>
              <a:rPr lang="en-US" dirty="0" err="1">
                <a:ea typeface="+mn-lt"/>
                <a:cs typeface="+mn-lt"/>
              </a:rPr>
              <a:t>ime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hr-HR" dirty="0">
                <a:ea typeface="+mn-lt"/>
                <a:cs typeface="+mn-lt"/>
              </a:rPr>
              <a:t>određene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domene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hr-HR" dirty="0">
                <a:ea typeface="+mn-lt"/>
                <a:cs typeface="+mn-lt"/>
              </a:rPr>
              <a:t>Smanjuje </a:t>
            </a:r>
            <a:r>
              <a:rPr lang="en-US" b="1" dirty="0">
                <a:ea typeface="+mn-lt"/>
                <a:cs typeface="+mn-lt"/>
              </a:rPr>
              <a:t>spoofing </a:t>
            </a:r>
            <a:r>
              <a:rPr lang="en-US" dirty="0" err="1">
                <a:ea typeface="+mn-lt"/>
                <a:cs typeface="+mn-lt"/>
              </a:rPr>
              <a:t>napad</a:t>
            </a:r>
            <a:r>
              <a:rPr lang="hr-HR" dirty="0">
                <a:ea typeface="+mn-lt"/>
                <a:cs typeface="+mn-lt"/>
              </a:rPr>
              <a:t>e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dirty="0">
                <a:ea typeface="+mn-lt"/>
                <a:cs typeface="+mn-lt"/>
              </a:rPr>
              <a:t>DNS </a:t>
            </a:r>
            <a:r>
              <a:rPr lang="en-US" dirty="0" err="1">
                <a:ea typeface="+mn-lt"/>
                <a:cs typeface="+mn-lt"/>
              </a:rPr>
              <a:t>zapis</a:t>
            </a:r>
            <a:r>
              <a:rPr lang="en-US" dirty="0">
                <a:ea typeface="+mn-lt"/>
                <a:cs typeface="+mn-lt"/>
              </a:rPr>
              <a:t> (od </a:t>
            </a:r>
            <a:r>
              <a:rPr lang="en-US" dirty="0" err="1">
                <a:ea typeface="+mn-lt"/>
                <a:cs typeface="+mn-lt"/>
              </a:rPr>
              <a:t>domene</a:t>
            </a:r>
            <a:r>
              <a:rPr lang="en-US" dirty="0">
                <a:ea typeface="+mn-lt"/>
                <a:cs typeface="+mn-lt"/>
              </a:rPr>
              <a:t>):</a:t>
            </a:r>
          </a:p>
          <a:p>
            <a:pPr marL="457200" lvl="1" indent="0">
              <a:buNone/>
            </a:pPr>
            <a:r>
              <a:rPr lang="en-US" sz="2000" dirty="0">
                <a:latin typeface="Consolas"/>
                <a:ea typeface="+mn-lt"/>
                <a:cs typeface="+mn-lt"/>
              </a:rPr>
              <a:t> v=spf1 ip4:123.0.122.8 -all</a:t>
            </a:r>
          </a:p>
          <a:p>
            <a:pPr marL="457200" indent="-457200"/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22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2200" dirty="0">
              <a:ea typeface="+mn-lt"/>
              <a:cs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D4D0C-3D3A-621B-AB6D-F0420D252EDE}"/>
              </a:ext>
            </a:extLst>
          </p:cNvPr>
          <p:cNvSpPr/>
          <p:nvPr/>
        </p:nvSpPr>
        <p:spPr>
          <a:xfrm>
            <a:off x="4252900" y="4039163"/>
            <a:ext cx="199136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Mail server</a:t>
            </a:r>
          </a:p>
          <a:p>
            <a:pPr algn="ctr"/>
            <a:r>
              <a:rPr lang="en-US" i="1"/>
              <a:t>(</a:t>
            </a:r>
            <a:r>
              <a:rPr lang="en-US" i="1" err="1"/>
              <a:t>primatelja</a:t>
            </a:r>
            <a:r>
              <a:rPr lang="en-US" i="1"/>
              <a:t>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3C1315-38F0-754E-A849-EC8EE51BD891}"/>
              </a:ext>
            </a:extLst>
          </p:cNvPr>
          <p:cNvCxnSpPr/>
          <p:nvPr/>
        </p:nvCxnSpPr>
        <p:spPr>
          <a:xfrm>
            <a:off x="2024203" y="5504876"/>
            <a:ext cx="1656833" cy="9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660F18-4571-2C7A-36B8-B64D0EF3DFF7}"/>
              </a:ext>
            </a:extLst>
          </p:cNvPr>
          <p:cNvSpPr txBox="1"/>
          <p:nvPr/>
        </p:nvSpPr>
        <p:spPr>
          <a:xfrm>
            <a:off x="8715022" y="4740769"/>
            <a:ext cx="3180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4EA72E"/>
                </a:solidFill>
              </a:rPr>
              <a:t>Pass   </a:t>
            </a:r>
            <a:r>
              <a:rPr lang="en-US"/>
              <a:t>--&gt; IP je ovlašten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688D7-C2BC-6D53-6E6B-2FB32BE87141}"/>
              </a:ext>
            </a:extLst>
          </p:cNvPr>
          <p:cNvSpPr txBox="1"/>
          <p:nvPr/>
        </p:nvSpPr>
        <p:spPr>
          <a:xfrm>
            <a:off x="8715022" y="5195335"/>
            <a:ext cx="2976880" cy="379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Fail </a:t>
            </a:r>
            <a:r>
              <a:rPr lang="en-US"/>
              <a:t> --&gt; IP nije ovlašten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9A8CA-6636-818A-E7BD-3EED9A1DF514}"/>
              </a:ext>
            </a:extLst>
          </p:cNvPr>
          <p:cNvSpPr txBox="1"/>
          <p:nvPr/>
        </p:nvSpPr>
        <p:spPr>
          <a:xfrm>
            <a:off x="8715022" y="5815095"/>
            <a:ext cx="37084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None  </a:t>
            </a:r>
            <a:r>
              <a:rPr lang="en-US"/>
              <a:t>--&gt; </a:t>
            </a:r>
            <a:r>
              <a:rPr lang="en-US" err="1"/>
              <a:t>domena</a:t>
            </a:r>
            <a:r>
              <a:rPr lang="en-US"/>
              <a:t> </a:t>
            </a:r>
            <a:r>
              <a:rPr lang="en-US" err="1"/>
              <a:t>nema</a:t>
            </a:r>
            <a:r>
              <a:rPr lang="en-US"/>
              <a:t> </a:t>
            </a:r>
          </a:p>
          <a:p>
            <a:r>
              <a:rPr lang="en-US"/>
              <a:t>                 SPF </a:t>
            </a:r>
            <a:r>
              <a:rPr lang="en-US" err="1"/>
              <a:t>zapis</a:t>
            </a:r>
            <a:endParaRPr lang="en-US"/>
          </a:p>
        </p:txBody>
      </p:sp>
      <p:pic>
        <p:nvPicPr>
          <p:cNvPr id="13" name="Graphic 12" descr="Email outline">
            <a:extLst>
              <a:ext uri="{FF2B5EF4-FFF2-40B4-BE49-F238E27FC236}">
                <a16:creationId xmlns:a16="http://schemas.microsoft.com/office/drawing/2014/main" id="{74888555-332C-2B55-FF52-4E656A719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9914" y="4166526"/>
            <a:ext cx="914400" cy="9144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A8E73F-0C8F-D175-8701-2A7AC56E77D8}"/>
              </a:ext>
            </a:extLst>
          </p:cNvPr>
          <p:cNvSpPr/>
          <p:nvPr/>
        </p:nvSpPr>
        <p:spPr>
          <a:xfrm>
            <a:off x="3951864" y="5197028"/>
            <a:ext cx="2596444" cy="67319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Provjeri</a:t>
            </a:r>
            <a:r>
              <a:rPr lang="en-US" dirty="0"/>
              <a:t> IP </a:t>
            </a:r>
            <a:r>
              <a:rPr lang="en-US" dirty="0" err="1"/>
              <a:t>adresu</a:t>
            </a:r>
            <a:r>
              <a:rPr lang="en-US" dirty="0"/>
              <a:t> </a:t>
            </a:r>
            <a:r>
              <a:rPr lang="en-US" dirty="0" err="1"/>
              <a:t>pošiljatelja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65C211-7E1D-66F4-19C5-692FBCB825B5}"/>
              </a:ext>
            </a:extLst>
          </p:cNvPr>
          <p:cNvCxnSpPr/>
          <p:nvPr/>
        </p:nvCxnSpPr>
        <p:spPr>
          <a:xfrm flipV="1">
            <a:off x="6427141" y="4182908"/>
            <a:ext cx="933967" cy="96181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E375A3-9EB3-2A85-FE09-79C414C63BBD}"/>
              </a:ext>
            </a:extLst>
          </p:cNvPr>
          <p:cNvCxnSpPr>
            <a:cxnSpLocks/>
          </p:cNvCxnSpPr>
          <p:nvPr/>
        </p:nvCxnSpPr>
        <p:spPr>
          <a:xfrm flipV="1">
            <a:off x="6689606" y="4929858"/>
            <a:ext cx="2023157" cy="511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102841-6013-61DD-D00D-F5487DA1523F}"/>
              </a:ext>
            </a:extLst>
          </p:cNvPr>
          <p:cNvCxnSpPr>
            <a:cxnSpLocks/>
          </p:cNvCxnSpPr>
          <p:nvPr/>
        </p:nvCxnSpPr>
        <p:spPr>
          <a:xfrm>
            <a:off x="6694308" y="5677180"/>
            <a:ext cx="2020712" cy="307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B48D19-24BE-BFBC-418D-AB4DD026AEE3}"/>
              </a:ext>
            </a:extLst>
          </p:cNvPr>
          <p:cNvCxnSpPr>
            <a:cxnSpLocks/>
          </p:cNvCxnSpPr>
          <p:nvPr/>
        </p:nvCxnSpPr>
        <p:spPr>
          <a:xfrm flipV="1">
            <a:off x="6684900" y="5453660"/>
            <a:ext cx="2032754" cy="75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Clipboard Checked with solid fill">
            <a:extLst>
              <a:ext uri="{FF2B5EF4-FFF2-40B4-BE49-F238E27FC236}">
                <a16:creationId xmlns:a16="http://schemas.microsoft.com/office/drawing/2014/main" id="{2A713633-8E40-1DBC-2F0A-B0D608142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3843" y="564321"/>
            <a:ext cx="914400" cy="914400"/>
          </a:xfrm>
          <a:prstGeom prst="rect">
            <a:avLst/>
          </a:prstGeom>
        </p:spPr>
      </p:pic>
      <p:sp>
        <p:nvSpPr>
          <p:cNvPr id="23" name="Cloud 22">
            <a:extLst>
              <a:ext uri="{FF2B5EF4-FFF2-40B4-BE49-F238E27FC236}">
                <a16:creationId xmlns:a16="http://schemas.microsoft.com/office/drawing/2014/main" id="{AF69FE68-BA54-742F-96BF-E18A9151EF94}"/>
              </a:ext>
            </a:extLst>
          </p:cNvPr>
          <p:cNvSpPr/>
          <p:nvPr/>
        </p:nvSpPr>
        <p:spPr>
          <a:xfrm>
            <a:off x="6688666" y="3217333"/>
            <a:ext cx="2181572" cy="978370"/>
          </a:xfrm>
          <a:prstGeom prst="cloud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DNS</a:t>
            </a:r>
            <a:endParaRPr lang="hr-HR" dirty="0">
              <a:solidFill>
                <a:schemeClr val="tx1"/>
              </a:solidFill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domena.hr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6EF0A9-655F-AECF-2CAD-4071984333F7}"/>
              </a:ext>
            </a:extLst>
          </p:cNvPr>
          <p:cNvSpPr txBox="1"/>
          <p:nvPr/>
        </p:nvSpPr>
        <p:spPr>
          <a:xfrm>
            <a:off x="2024402" y="5090705"/>
            <a:ext cx="1776761" cy="3750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E-mail </a:t>
            </a:r>
            <a:r>
              <a:rPr lang="en-US" dirty="0" err="1"/>
              <a:t>poruka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3C3A2-1799-85B6-CBA2-1290B253160D}"/>
              </a:ext>
            </a:extLst>
          </p:cNvPr>
          <p:cNvSpPr txBox="1"/>
          <p:nvPr/>
        </p:nvSpPr>
        <p:spPr>
          <a:xfrm>
            <a:off x="2093843" y="5553402"/>
            <a:ext cx="1479279" cy="3750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dirty="0"/>
              <a:t>(</a:t>
            </a:r>
            <a:r>
              <a:rPr lang="hr-HR" i="1" dirty="0"/>
              <a:t>domena.hr</a:t>
            </a:r>
            <a:r>
              <a:rPr lang="hr-H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0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FBF8-6F5F-3152-538A-34174BCC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DKIM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38BF-9690-452A-809D-DF7E4D115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624"/>
            <a:ext cx="7146758" cy="51023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Potvrđuje se identitet pošiljatelja i integritet poruke pomoću </a:t>
            </a:r>
            <a:r>
              <a:rPr lang="hr-HR" b="1" dirty="0"/>
              <a:t>digitalnog potpisa </a:t>
            </a:r>
            <a:r>
              <a:rPr lang="hr-HR" dirty="0"/>
              <a:t>u poruci</a:t>
            </a:r>
          </a:p>
          <a:p>
            <a:r>
              <a:rPr lang="hr-HR" dirty="0"/>
              <a:t>Koriste se privatni i javni ključ</a:t>
            </a:r>
          </a:p>
          <a:p>
            <a:pPr lvl="1"/>
            <a:r>
              <a:rPr lang="hr-HR" b="1" dirty="0"/>
              <a:t>privatni</a:t>
            </a:r>
            <a:r>
              <a:rPr lang="hr-HR" dirty="0"/>
              <a:t> </a:t>
            </a:r>
            <a:r>
              <a:rPr lang="hr-HR" b="1" dirty="0"/>
              <a:t>ključ</a:t>
            </a:r>
            <a:r>
              <a:rPr lang="hr-HR" dirty="0"/>
              <a:t> je na pošiljateljevom serveru i potpisuje poruke</a:t>
            </a:r>
          </a:p>
          <a:p>
            <a:pPr lvl="1"/>
            <a:r>
              <a:rPr lang="hr-HR" b="1" dirty="0"/>
              <a:t>javni ključ </a:t>
            </a:r>
            <a:r>
              <a:rPr lang="hr-HR" dirty="0"/>
              <a:t>je objavljen u DNS zapisu domene pošiljatelja</a:t>
            </a:r>
          </a:p>
          <a:p>
            <a:r>
              <a:rPr lang="hr-HR" dirty="0"/>
              <a:t>Primatelj dohvaća javni ključ iz DNS-a i pomoću njega provjerava potpis poruke</a:t>
            </a:r>
          </a:p>
          <a:p>
            <a:r>
              <a:rPr lang="hr-HR" dirty="0"/>
              <a:t>Omogućuje implementaciju protuphishing i</a:t>
            </a:r>
            <a:br>
              <a:rPr lang="hr-HR" dirty="0"/>
            </a:br>
            <a:r>
              <a:rPr lang="hr-HR" dirty="0"/>
              <a:t>protuspam mehanizama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51A7F-346C-EF3F-D44A-D28E3D8F355B}"/>
              </a:ext>
            </a:extLst>
          </p:cNvPr>
          <p:cNvSpPr txBox="1"/>
          <p:nvPr/>
        </p:nvSpPr>
        <p:spPr>
          <a:xfrm>
            <a:off x="8060784" y="1946341"/>
            <a:ext cx="3916451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Consolas"/>
              </a:rPr>
              <a:t>DKIM-Signature:</a:t>
            </a:r>
            <a:r>
              <a:rPr lang="en-US" dirty="0">
                <a:latin typeface="Consolas"/>
              </a:rPr>
              <a:t> a=rsa-sha1; q=</a:t>
            </a:r>
            <a:r>
              <a:rPr lang="en-US" dirty="0" err="1">
                <a:latin typeface="Consolas"/>
              </a:rPr>
              <a:t>dns</a:t>
            </a:r>
            <a:r>
              <a:rPr lang="en-US" dirty="0">
                <a:latin typeface="Consolas"/>
              </a:rPr>
              <a:t>/txt; c=simple/simple; d=example.com; s=appliances; </a:t>
            </a:r>
            <a:r>
              <a:rPr lang="en-US" dirty="0" err="1">
                <a:latin typeface="Consolas"/>
              </a:rPr>
              <a:t>i</a:t>
            </a:r>
            <a:r>
              <a:rPr lang="en-US" dirty="0">
                <a:latin typeface="Consolas"/>
              </a:rPr>
              <a:t>=@store.example.com; t=1117574938; x=1118006938; h=</a:t>
            </a:r>
            <a:r>
              <a:rPr lang="en-US" dirty="0" err="1">
                <a:latin typeface="Consolas"/>
              </a:rPr>
              <a:t>from:to:subject:date</a:t>
            </a:r>
            <a:r>
              <a:rPr lang="en-US" dirty="0">
                <a:latin typeface="Consolas"/>
              </a:rPr>
              <a:t>; </a:t>
            </a:r>
            <a:r>
              <a:rPr lang="en-US" dirty="0" err="1">
                <a:latin typeface="Consolas"/>
              </a:rPr>
              <a:t>bh</a:t>
            </a:r>
            <a:r>
              <a:rPr lang="en-US" dirty="0">
                <a:latin typeface="Consolas"/>
              </a:rPr>
              <a:t>=alIzndU2Nzg5jsEypzQ1njc4OTAxejr0NTY3ODkwdTI=; b=dzdVyOfAKCdLXdJOc9G2q8LoXSlEniSbav+yu U4zGeeruD00lszZVoG4ZHRNiYzR</a:t>
            </a:r>
          </a:p>
        </p:txBody>
      </p:sp>
      <p:pic>
        <p:nvPicPr>
          <p:cNvPr id="5" name="Graphic 4" descr="Signature with solid fill">
            <a:extLst>
              <a:ext uri="{FF2B5EF4-FFF2-40B4-BE49-F238E27FC236}">
                <a16:creationId xmlns:a16="http://schemas.microsoft.com/office/drawing/2014/main" id="{B04BCF14-5818-59DD-A13E-32C123263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801" y="4649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8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69BCD-D679-6EC6-4319-597F5C88A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 b="1"/>
              <a:t>DMARC</a:t>
            </a:r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F8F90-B8F9-38BC-432C-699DF840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6208685" cy="36528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 err="1"/>
              <a:t>Kombinacija</a:t>
            </a:r>
            <a:r>
              <a:rPr lang="en-US" sz="2000" dirty="0"/>
              <a:t> </a:t>
            </a:r>
            <a:r>
              <a:rPr lang="en-US" sz="2000" dirty="0" err="1"/>
              <a:t>rezultata</a:t>
            </a:r>
            <a:r>
              <a:rPr lang="en-US" sz="2000" dirty="0"/>
              <a:t> </a:t>
            </a:r>
            <a:r>
              <a:rPr lang="en-US" sz="2000" b="1" dirty="0"/>
              <a:t>SPF</a:t>
            </a:r>
            <a:r>
              <a:rPr lang="en-US" sz="2000" dirty="0"/>
              <a:t> </a:t>
            </a:r>
            <a:r>
              <a:rPr lang="hr-HR" sz="2000" dirty="0"/>
              <a:t>+ </a:t>
            </a:r>
            <a:r>
              <a:rPr lang="en-US" sz="2000" b="1" dirty="0"/>
              <a:t>DKIM</a:t>
            </a:r>
            <a:r>
              <a:rPr lang="en-US" sz="2000" dirty="0"/>
              <a:t> </a:t>
            </a:r>
            <a:r>
              <a:rPr lang="en-US" sz="2000" dirty="0" err="1"/>
              <a:t>provjere</a:t>
            </a:r>
            <a:endParaRPr lang="en-US" sz="2000" dirty="0"/>
          </a:p>
          <a:p>
            <a:r>
              <a:rPr lang="en-US" sz="2000" dirty="0" err="1">
                <a:ea typeface="+mn-lt"/>
                <a:cs typeface="+mn-lt"/>
              </a:rPr>
              <a:t>Provjerava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podudaranje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domene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pošiljatelja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i="1" dirty="0">
                <a:ea typeface="+mn-lt"/>
                <a:cs typeface="+mn-lt"/>
              </a:rPr>
              <a:t>alignment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2000" dirty="0"/>
          </a:p>
          <a:p>
            <a:r>
              <a:rPr lang="en-US" sz="2000" i="1" dirty="0"/>
              <a:t>None</a:t>
            </a:r>
            <a:r>
              <a:rPr lang="en-US" sz="2000" dirty="0"/>
              <a:t>, </a:t>
            </a:r>
            <a:r>
              <a:rPr lang="en-US" sz="2000" i="1" dirty="0"/>
              <a:t>quarantine</a:t>
            </a:r>
            <a:r>
              <a:rPr lang="en-US" sz="2000" dirty="0"/>
              <a:t>, </a:t>
            </a:r>
            <a:r>
              <a:rPr lang="en-US" sz="2000" i="1" dirty="0"/>
              <a:t>reject</a:t>
            </a:r>
          </a:p>
          <a:p>
            <a:r>
              <a:rPr lang="en-US" sz="2000" dirty="0" err="1"/>
              <a:t>Primanje</a:t>
            </a:r>
            <a:r>
              <a:rPr lang="en-US" sz="2000" dirty="0"/>
              <a:t> </a:t>
            </a:r>
            <a:r>
              <a:rPr lang="en-US" sz="2000" dirty="0" err="1"/>
              <a:t>izvještaja</a:t>
            </a:r>
            <a:r>
              <a:rPr lang="en-US" sz="2000" dirty="0"/>
              <a:t> o </a:t>
            </a:r>
            <a:r>
              <a:rPr lang="en-US" sz="2000" dirty="0" err="1"/>
              <a:t>pokušajima</a:t>
            </a:r>
            <a:r>
              <a:rPr lang="en-US" sz="2000" dirty="0"/>
              <a:t> </a:t>
            </a:r>
            <a:r>
              <a:rPr lang="en-US" sz="2000" dirty="0" err="1"/>
              <a:t>zloupotrebe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Osnovni</a:t>
            </a:r>
            <a:r>
              <a:rPr lang="en-US" sz="2000" dirty="0"/>
              <a:t> DMARC </a:t>
            </a:r>
            <a:r>
              <a:rPr lang="en-US" sz="2000" dirty="0" err="1"/>
              <a:t>zapis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 </a:t>
            </a:r>
            <a:r>
              <a:rPr lang="en-US" sz="1600" dirty="0">
                <a:latin typeface="Consolas"/>
              </a:rPr>
              <a:t>v=DMARC1; p=reject; </a:t>
            </a:r>
            <a:r>
              <a:rPr lang="en-US" sz="1600" dirty="0" err="1">
                <a:latin typeface="Consolas"/>
              </a:rPr>
              <a:t>rua</a:t>
            </a:r>
            <a:r>
              <a:rPr lang="en-US" sz="1600" dirty="0">
                <a:latin typeface="Consolas"/>
              </a:rPr>
              <a:t>=</a:t>
            </a:r>
            <a:r>
              <a:rPr lang="en-US" sz="1600" dirty="0" err="1">
                <a:latin typeface="Consolas"/>
              </a:rPr>
              <a:t>mailto:vaš-email@domena.com</a:t>
            </a:r>
            <a:endParaRPr lang="en-US" sz="1600" dirty="0">
              <a:latin typeface="Consolas"/>
            </a:endParaRPr>
          </a:p>
        </p:txBody>
      </p:sp>
      <p:pic>
        <p:nvPicPr>
          <p:cNvPr id="5" name="Graphic 4" descr="Clipboard Checked with solid fill">
            <a:extLst>
              <a:ext uri="{FF2B5EF4-FFF2-40B4-BE49-F238E27FC236}">
                <a16:creationId xmlns:a16="http://schemas.microsoft.com/office/drawing/2014/main" id="{19818FEF-707B-7AF5-A7FF-D39090870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640" y="774285"/>
            <a:ext cx="2581173" cy="2581173"/>
          </a:xfrm>
          <a:prstGeom prst="rect">
            <a:avLst/>
          </a:prstGeom>
        </p:spPr>
      </p:pic>
      <p:pic>
        <p:nvPicPr>
          <p:cNvPr id="7" name="Graphic 6" descr="Signature with solid fill">
            <a:extLst>
              <a:ext uri="{FF2B5EF4-FFF2-40B4-BE49-F238E27FC236}">
                <a16:creationId xmlns:a16="http://schemas.microsoft.com/office/drawing/2014/main" id="{DB128968-0496-733B-0FCE-3DB5E2D95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0640" y="3575074"/>
            <a:ext cx="2581173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5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5884-6941-2DFE-B238-2EF1B678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rada za </a:t>
            </a:r>
            <a:r>
              <a:rPr lang="en-US" err="1"/>
              <a:t>praktični</a:t>
            </a:r>
            <a:r>
              <a:rPr lang="en-US"/>
              <a:t> </a:t>
            </a:r>
            <a:r>
              <a:rPr lang="en-US" err="1"/>
              <a:t>dio</a:t>
            </a:r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E86970-F7D8-0028-5EF3-0FD3BFA6C359}"/>
              </a:ext>
            </a:extLst>
          </p:cNvPr>
          <p:cNvSpPr txBox="1"/>
          <p:nvPr/>
        </p:nvSpPr>
        <p:spPr>
          <a:xfrm>
            <a:off x="844239" y="1974298"/>
            <a:ext cx="985002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800" b="1" dirty="0" err="1">
                <a:ea typeface="+mn-lt"/>
                <a:cs typeface="+mn-lt"/>
              </a:rPr>
              <a:t>Postavljanje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okruženja</a:t>
            </a:r>
            <a:r>
              <a:rPr lang="en-US" sz="2800" dirty="0">
                <a:ea typeface="+mn-lt"/>
                <a:cs typeface="+mn-lt"/>
              </a:rPr>
              <a:t> - VM, </a:t>
            </a:r>
            <a:r>
              <a:rPr lang="en-US" sz="2800" dirty="0" err="1">
                <a:ea typeface="+mn-lt"/>
                <a:cs typeface="+mn-lt"/>
              </a:rPr>
              <a:t>mreža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instalacija</a:t>
            </a:r>
            <a:r>
              <a:rPr lang="en-US" sz="2800" dirty="0">
                <a:ea typeface="+mn-lt"/>
                <a:cs typeface="+mn-lt"/>
              </a:rPr>
              <a:t> alata</a:t>
            </a:r>
            <a:endParaRPr lang="en-US" sz="2800" dirty="0"/>
          </a:p>
          <a:p>
            <a:pPr marL="342900" indent="-342900">
              <a:buFontTx/>
              <a:buAutoNum type="arabicPeriod"/>
            </a:pPr>
            <a:r>
              <a:rPr lang="en-US" sz="2800" b="1" dirty="0">
                <a:ea typeface="+mn-lt"/>
                <a:cs typeface="+mn-lt"/>
              </a:rPr>
              <a:t>SPF </a:t>
            </a:r>
            <a:r>
              <a:rPr lang="en-US" sz="2800" dirty="0">
                <a:ea typeface="+mn-lt"/>
                <a:cs typeface="+mn-lt"/>
              </a:rPr>
              <a:t>i</a:t>
            </a:r>
            <a:r>
              <a:rPr lang="en-US" sz="2800" b="1" dirty="0">
                <a:ea typeface="+mn-lt"/>
                <a:cs typeface="+mn-lt"/>
              </a:rPr>
              <a:t> DKIM </a:t>
            </a:r>
            <a:r>
              <a:rPr lang="en-US" sz="2800" dirty="0" err="1">
                <a:ea typeface="+mn-lt"/>
                <a:cs typeface="+mn-lt"/>
              </a:rPr>
              <a:t>implementacija</a:t>
            </a:r>
            <a:endParaRPr lang="en-US" sz="2800" dirty="0">
              <a:ea typeface="+mn-lt"/>
              <a:cs typeface="+mn-lt"/>
            </a:endParaRPr>
          </a:p>
          <a:p>
            <a:pPr marL="342900" indent="-342900">
              <a:buFontTx/>
              <a:buAutoNum type="arabicPeriod"/>
            </a:pPr>
            <a:r>
              <a:rPr lang="en-US" sz="2800" b="1" dirty="0">
                <a:ea typeface="+mn-lt"/>
                <a:cs typeface="+mn-lt"/>
              </a:rPr>
              <a:t>DMARC</a:t>
            </a:r>
            <a:r>
              <a:rPr lang="en-US" sz="2800" dirty="0">
                <a:ea typeface="+mn-lt"/>
                <a:cs typeface="+mn-lt"/>
              </a:rPr>
              <a:t> </a:t>
            </a:r>
            <a:r>
              <a:rPr lang="en-US" sz="2800" dirty="0" err="1">
                <a:ea typeface="+mn-lt"/>
                <a:cs typeface="+mn-lt"/>
              </a:rPr>
              <a:t>implementacija</a:t>
            </a:r>
            <a:endParaRPr lang="en-US" sz="2800" dirty="0">
              <a:ea typeface="+mn-lt"/>
              <a:cs typeface="+mn-lt"/>
            </a:endParaRPr>
          </a:p>
          <a:p>
            <a:pPr marL="342900" indent="-342900">
              <a:buFontTx/>
              <a:buAutoNum type="arabicPeriod"/>
            </a:pPr>
            <a:r>
              <a:rPr lang="en-US" sz="2800" b="1" dirty="0" err="1">
                <a:ea typeface="+mn-lt"/>
                <a:cs typeface="+mn-lt"/>
              </a:rPr>
              <a:t>Izvođenje</a:t>
            </a:r>
            <a:r>
              <a:rPr lang="en-US" sz="2800" b="1" dirty="0">
                <a:ea typeface="+mn-lt"/>
                <a:cs typeface="+mn-lt"/>
              </a:rPr>
              <a:t> E-mail </a:t>
            </a:r>
            <a:r>
              <a:rPr lang="en-US" sz="2800" b="1" dirty="0" err="1">
                <a:ea typeface="+mn-lt"/>
                <a:cs typeface="+mn-lt"/>
              </a:rPr>
              <a:t>napada</a:t>
            </a:r>
            <a:r>
              <a:rPr lang="en-US" sz="2800" dirty="0">
                <a:ea typeface="+mn-lt"/>
                <a:cs typeface="+mn-lt"/>
              </a:rPr>
              <a:t> - spoofing i </a:t>
            </a:r>
            <a:r>
              <a:rPr lang="en-US" sz="2800" dirty="0" err="1">
                <a:ea typeface="+mn-lt"/>
                <a:cs typeface="+mn-lt"/>
              </a:rPr>
              <a:t>phising</a:t>
            </a:r>
            <a:endParaRPr lang="en-US" sz="2800" dirty="0">
              <a:ea typeface="+mn-lt"/>
              <a:cs typeface="+mn-lt"/>
            </a:endParaRPr>
          </a:p>
          <a:p>
            <a:pPr marL="342900" indent="-342900">
              <a:buFontTx/>
              <a:buAutoNum type="arabicPeriod"/>
            </a:pPr>
            <a:r>
              <a:rPr lang="en-US" sz="2800" b="1" dirty="0"/>
              <a:t>Analiza DMARC  </a:t>
            </a:r>
            <a:r>
              <a:rPr lang="en-US" sz="2800" b="1" dirty="0" err="1"/>
              <a:t>izvještaja</a:t>
            </a:r>
            <a:endParaRPr lang="en-US" sz="2800" b="1" dirty="0"/>
          </a:p>
          <a:p>
            <a:pPr marL="342900" indent="-342900">
              <a:buFontTx/>
              <a:buAutoNum type="arabicPeriod"/>
            </a:pPr>
            <a:r>
              <a:rPr lang="en-US" sz="2800" b="1" dirty="0" err="1"/>
              <a:t>Optimizacija</a:t>
            </a:r>
            <a:r>
              <a:rPr lang="en-US" sz="2800" b="1" dirty="0"/>
              <a:t> DMARC </a:t>
            </a:r>
            <a:r>
              <a:rPr lang="en-US" sz="2800" b="1" dirty="0" err="1"/>
              <a:t>postavki</a:t>
            </a:r>
            <a:endParaRPr lang="en-US" sz="2800" b="1" dirty="0"/>
          </a:p>
          <a:p>
            <a:pPr marL="342900" indent="-342900">
              <a:buFontTx/>
              <a:buAutoNum type="arabicPeriod"/>
            </a:pPr>
            <a:r>
              <a:rPr lang="en-US" sz="2800" b="1" dirty="0" err="1"/>
              <a:t>Ponovo</a:t>
            </a:r>
            <a:r>
              <a:rPr lang="en-US" sz="2800" b="1" dirty="0"/>
              <a:t> </a:t>
            </a:r>
            <a:r>
              <a:rPr lang="en-US" sz="2800" b="1" dirty="0" err="1"/>
              <a:t>izvođenje</a:t>
            </a:r>
            <a:br>
              <a:rPr lang="en-US" sz="2800" b="1" dirty="0"/>
            </a:br>
            <a:r>
              <a:rPr lang="en-US" sz="2800" b="1" dirty="0"/>
              <a:t>E-mail </a:t>
            </a:r>
            <a:r>
              <a:rPr lang="en-US" sz="2800" b="1" dirty="0" err="1"/>
              <a:t>napada</a:t>
            </a:r>
            <a:endParaRPr lang="en-US" sz="2800" b="1" dirty="0"/>
          </a:p>
          <a:p>
            <a:pPr marL="342900" indent="-342900">
              <a:buFontTx/>
              <a:buAutoNum type="arabicPeriod"/>
            </a:pPr>
            <a:r>
              <a:rPr lang="en-US" sz="2800" b="1" dirty="0" err="1"/>
              <a:t>Izrada</a:t>
            </a:r>
            <a:r>
              <a:rPr lang="en-US" sz="2800" b="1" dirty="0"/>
              <a:t> </a:t>
            </a:r>
            <a:r>
              <a:rPr lang="en-US" sz="2800" b="1" dirty="0" err="1"/>
              <a:t>dokumentacije</a:t>
            </a:r>
            <a:endParaRPr lang="en-US" sz="2800" b="1" dirty="0"/>
          </a:p>
        </p:txBody>
      </p:sp>
      <p:pic>
        <p:nvPicPr>
          <p:cNvPr id="86" name="Graphic 85" descr="Blueprint with solid fill">
            <a:extLst>
              <a:ext uri="{FF2B5EF4-FFF2-40B4-BE49-F238E27FC236}">
                <a16:creationId xmlns:a16="http://schemas.microsoft.com/office/drawing/2014/main" id="{CEE471DB-CB0D-4423-32BC-2A97F411C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538" y="447428"/>
            <a:ext cx="1190486" cy="117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EB7F5-23A4-A8D5-17B1-C1B91813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E139-DBBF-70F7-955E-32737331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 rada za </a:t>
            </a:r>
            <a:r>
              <a:rPr lang="en-US" b="1" dirty="0" err="1"/>
              <a:t>praktični</a:t>
            </a:r>
            <a:r>
              <a:rPr lang="en-US" b="1" dirty="0"/>
              <a:t> </a:t>
            </a:r>
            <a:r>
              <a:rPr lang="en-US" b="1" dirty="0" err="1"/>
              <a:t>dio</a:t>
            </a:r>
            <a:endParaRPr lang="en-US" b="1" dirty="0"/>
          </a:p>
        </p:txBody>
      </p:sp>
      <p:pic>
        <p:nvPicPr>
          <p:cNvPr id="86" name="Graphic 85" descr="Blueprint with solid fill">
            <a:extLst>
              <a:ext uri="{FF2B5EF4-FFF2-40B4-BE49-F238E27FC236}">
                <a16:creationId xmlns:a16="http://schemas.microsoft.com/office/drawing/2014/main" id="{B3FE8352-0E30-6EBB-988E-189E2AF5D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3778" y="437268"/>
            <a:ext cx="1190486" cy="1179443"/>
          </a:xfrm>
          <a:prstGeom prst="rect">
            <a:avLst/>
          </a:prstGeom>
        </p:spPr>
      </p:pic>
      <p:graphicFrame>
        <p:nvGraphicFramePr>
          <p:cNvPr id="3" name="Rezervirano mjesto sadržaja 3">
            <a:extLst>
              <a:ext uri="{FF2B5EF4-FFF2-40B4-BE49-F238E27FC236}">
                <a16:creationId xmlns:a16="http://schemas.microsoft.com/office/drawing/2014/main" id="{268A8C55-4301-211D-B04A-36175697A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5975"/>
              </p:ext>
            </p:extLst>
          </p:nvPr>
        </p:nvGraphicFramePr>
        <p:xfrm>
          <a:off x="486506" y="2776127"/>
          <a:ext cx="11218986" cy="4062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kstniOkvir 3">
            <a:extLst>
              <a:ext uri="{FF2B5EF4-FFF2-40B4-BE49-F238E27FC236}">
                <a16:creationId xmlns:a16="http://schemas.microsoft.com/office/drawing/2014/main" id="{78CDA336-A685-4721-37D7-8EE8ED422640}"/>
              </a:ext>
            </a:extLst>
          </p:cNvPr>
          <p:cNvSpPr txBox="1"/>
          <p:nvPr/>
        </p:nvSpPr>
        <p:spPr>
          <a:xfrm>
            <a:off x="243252" y="1812297"/>
            <a:ext cx="117054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b="1" dirty="0"/>
              <a:t>ZADATAK</a:t>
            </a:r>
            <a:br>
              <a:rPr lang="hr-HR" sz="2400" b="1" dirty="0"/>
            </a:br>
            <a:r>
              <a:rPr lang="hr-HR" sz="2400" dirty="0"/>
              <a:t>Postaviti mail servere, uvesti SPF/DKIM/DMARC, simulirati napade i analizirati rezultate</a:t>
            </a:r>
          </a:p>
        </p:txBody>
      </p:sp>
    </p:spTree>
    <p:extLst>
      <p:ext uri="{BB962C8B-B14F-4D97-AF65-F5344CB8AC3E}">
        <p14:creationId xmlns:p14="http://schemas.microsoft.com/office/powerpoint/2010/main" val="358812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C2E6-48AE-5CDE-9334-903F9BB9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Raspodjela rada</a:t>
            </a:r>
            <a:endParaRPr lang="hr-HR" dirty="0"/>
          </a:p>
        </p:txBody>
      </p:sp>
      <p:pic>
        <p:nvPicPr>
          <p:cNvPr id="7" name="Graphic 6" descr="Meeting with solid fill">
            <a:extLst>
              <a:ext uri="{FF2B5EF4-FFF2-40B4-BE49-F238E27FC236}">
                <a16:creationId xmlns:a16="http://schemas.microsoft.com/office/drawing/2014/main" id="{0A7B1DF3-5CA7-4356-2A08-EC4B60431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3427" y="470335"/>
            <a:ext cx="1036543" cy="1036543"/>
          </a:xfrm>
          <a:prstGeom prst="rect">
            <a:avLst/>
          </a:prstGeom>
        </p:spPr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66677AB-783C-0B87-30F0-8D4639CC7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204101"/>
              </p:ext>
            </p:extLst>
          </p:nvPr>
        </p:nvGraphicFramePr>
        <p:xfrm>
          <a:off x="838200" y="2625725"/>
          <a:ext cx="10515600" cy="21234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204129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64294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Uloga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05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DMARC Implementation Lead</a:t>
                      </a:r>
                    </a:p>
                  </a:txBody>
                  <a:tcPr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Vodi implementaciju DMARC, SPF i DKIM.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01223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Simulated Environment Lead</a:t>
                      </a:r>
                    </a:p>
                  </a:txBody>
                  <a:tcPr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Postavlja i održava simulirano e-mail okruženje.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9029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Attack and Reporting Lead</a:t>
                      </a:r>
                    </a:p>
                  </a:txBody>
                  <a:tcPr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Dizajnira spoofing/phishing napade i upravlja DMARC izvještajima.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6218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Analysis and Documentation Lead</a:t>
                      </a:r>
                    </a:p>
                  </a:txBody>
                  <a:tcPr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Analizira rezultate i izrađuje dokumentaciju.</a:t>
                      </a:r>
                      <a:endParaRPr lang="hr-HR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8077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949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AC31D-EE68-8F5A-5161-F0186763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Planirani alati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71914-B3E2-2FCD-7291-36C5BEEA6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7074805" cy="36394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/>
              <a:t>Postfix</a:t>
            </a:r>
            <a:r>
              <a:rPr lang="en-US" sz="2400" dirty="0"/>
              <a:t>: Agent za </a:t>
            </a:r>
            <a:r>
              <a:rPr lang="en-US" sz="2400" dirty="0" err="1"/>
              <a:t>slanje</a:t>
            </a:r>
            <a:r>
              <a:rPr lang="en-US" sz="2400" dirty="0"/>
              <a:t> mail </a:t>
            </a:r>
            <a:r>
              <a:rPr lang="en-US" sz="2400" dirty="0" err="1"/>
              <a:t>poruka</a:t>
            </a:r>
            <a:endParaRPr lang="en-US" sz="2400" dirty="0"/>
          </a:p>
          <a:p>
            <a:r>
              <a:rPr lang="en-US" sz="2400" b="1" dirty="0"/>
              <a:t>Dovecot</a:t>
            </a:r>
            <a:r>
              <a:rPr lang="en-US" sz="2400" dirty="0"/>
              <a:t>: IMAP/POP3 server</a:t>
            </a:r>
          </a:p>
          <a:p>
            <a:r>
              <a:rPr lang="en-US" sz="2400" b="1" dirty="0" err="1"/>
              <a:t>OpenDKIM</a:t>
            </a:r>
            <a:r>
              <a:rPr lang="en-US" sz="2400" dirty="0"/>
              <a:t>: </a:t>
            </a:r>
            <a:r>
              <a:rPr lang="en-US" sz="2400" dirty="0" err="1"/>
              <a:t>Implementacija</a:t>
            </a:r>
            <a:r>
              <a:rPr lang="en-US" sz="2400" dirty="0"/>
              <a:t> DKIM </a:t>
            </a:r>
            <a:r>
              <a:rPr lang="en-US" sz="2400" dirty="0" err="1"/>
              <a:t>protokola</a:t>
            </a:r>
            <a:endParaRPr lang="en-US" sz="2400" dirty="0"/>
          </a:p>
          <a:p>
            <a:r>
              <a:rPr lang="en-US" sz="2400" b="1" dirty="0"/>
              <a:t>VirtualBox</a:t>
            </a:r>
            <a:r>
              <a:rPr lang="en-US" sz="2400" dirty="0"/>
              <a:t>: </a:t>
            </a:r>
            <a:r>
              <a:rPr lang="en-US" sz="2400" dirty="0" err="1"/>
              <a:t>Stvaranje</a:t>
            </a:r>
            <a:r>
              <a:rPr lang="en-US" sz="2400" dirty="0"/>
              <a:t> </a:t>
            </a:r>
            <a:r>
              <a:rPr lang="en-US" sz="2400" dirty="0" err="1"/>
              <a:t>izoliranih</a:t>
            </a:r>
            <a:r>
              <a:rPr lang="en-US" sz="2400" dirty="0"/>
              <a:t> </a:t>
            </a:r>
            <a:r>
              <a:rPr lang="en-US" sz="2400" dirty="0" err="1"/>
              <a:t>virtualnih</a:t>
            </a:r>
            <a:r>
              <a:rPr lang="en-US" sz="2400" dirty="0"/>
              <a:t> </a:t>
            </a:r>
            <a:r>
              <a:rPr lang="en-US" sz="2400" dirty="0" err="1"/>
              <a:t>mašina</a:t>
            </a:r>
            <a:r>
              <a:rPr lang="en-US" sz="2400" dirty="0"/>
              <a:t> za </a:t>
            </a:r>
            <a:r>
              <a:rPr lang="en-US" sz="2400" dirty="0" err="1"/>
              <a:t>testiranje</a:t>
            </a:r>
            <a:endParaRPr lang="en-US" sz="2400" dirty="0"/>
          </a:p>
          <a:p>
            <a:r>
              <a:rPr lang="en-US" sz="2400" b="1" dirty="0"/>
              <a:t>Python</a:t>
            </a:r>
            <a:r>
              <a:rPr lang="en-US" sz="2400" dirty="0"/>
              <a:t>: </a:t>
            </a:r>
            <a:r>
              <a:rPr lang="en-US" sz="2400" dirty="0" err="1"/>
              <a:t>Stvaranje</a:t>
            </a:r>
            <a:r>
              <a:rPr lang="en-US" sz="2400" dirty="0"/>
              <a:t> </a:t>
            </a:r>
            <a:r>
              <a:rPr lang="en-US" sz="2400" dirty="0" err="1"/>
              <a:t>skripti</a:t>
            </a:r>
            <a:r>
              <a:rPr lang="en-US" sz="2400" dirty="0"/>
              <a:t> za </a:t>
            </a:r>
            <a:r>
              <a:rPr lang="en-US" sz="2400" dirty="0" err="1"/>
              <a:t>simuliranje</a:t>
            </a:r>
            <a:r>
              <a:rPr lang="en-US" sz="2400" dirty="0"/>
              <a:t> </a:t>
            </a:r>
            <a:r>
              <a:rPr lang="en-US" sz="2400" dirty="0" err="1"/>
              <a:t>napada</a:t>
            </a:r>
            <a:endParaRPr lang="en-US" sz="2400" dirty="0"/>
          </a:p>
          <a:p>
            <a:r>
              <a:rPr lang="en-US" sz="2400" b="1" dirty="0" err="1"/>
              <a:t>dmarcian</a:t>
            </a:r>
            <a:r>
              <a:rPr lang="en-US" sz="2400" dirty="0"/>
              <a:t>: </a:t>
            </a:r>
            <a:r>
              <a:rPr lang="en-US" sz="2400" dirty="0" err="1"/>
              <a:t>Provjeravanje</a:t>
            </a:r>
            <a:r>
              <a:rPr lang="en-US" sz="2400" dirty="0"/>
              <a:t> DMARC </a:t>
            </a:r>
            <a:r>
              <a:rPr lang="en-US" sz="2400" dirty="0" err="1"/>
              <a:t>zapisa</a:t>
            </a:r>
            <a:endParaRPr lang="en-US" sz="2400" dirty="0"/>
          </a:p>
        </p:txBody>
      </p:sp>
      <p:pic>
        <p:nvPicPr>
          <p:cNvPr id="4" name="Graphic 3" descr="Tools with solid fill">
            <a:extLst>
              <a:ext uri="{FF2B5EF4-FFF2-40B4-BE49-F238E27FC236}">
                <a16:creationId xmlns:a16="http://schemas.microsoft.com/office/drawing/2014/main" id="{9E443209-F321-16FD-A570-EDEFEF95D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6624" y="3199362"/>
            <a:ext cx="2412983" cy="24364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1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286B-BB73-6B2B-36C0-F5DEACCA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Očekivani </a:t>
            </a:r>
            <a:r>
              <a:rPr lang="en-US" b="1" err="1"/>
              <a:t>problemi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790D-6DF6-3FDD-9136-5F480E27D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Povezivanje</a:t>
            </a:r>
            <a:r>
              <a:rPr lang="en-US"/>
              <a:t> </a:t>
            </a:r>
            <a:r>
              <a:rPr lang="en-US" err="1"/>
              <a:t>servera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klijenta</a:t>
            </a:r>
            <a:r>
              <a:rPr lang="en-US"/>
              <a:t> u </a:t>
            </a:r>
            <a:r>
              <a:rPr lang="en-US" err="1"/>
              <a:t>virtualnom</a:t>
            </a:r>
            <a:r>
              <a:rPr lang="en-US"/>
              <a:t> </a:t>
            </a:r>
            <a:r>
              <a:rPr lang="en-US" err="1"/>
              <a:t>okruženju</a:t>
            </a:r>
            <a:endParaRPr lang="en-US"/>
          </a:p>
          <a:p>
            <a:r>
              <a:rPr lang="en-US" err="1"/>
              <a:t>Izrada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konfiguracija</a:t>
            </a:r>
            <a:r>
              <a:rPr lang="en-US"/>
              <a:t> E-mail </a:t>
            </a:r>
            <a:r>
              <a:rPr lang="en-US" err="1"/>
              <a:t>i</a:t>
            </a:r>
            <a:r>
              <a:rPr lang="en-US"/>
              <a:t> DNS </a:t>
            </a:r>
            <a:r>
              <a:rPr lang="en-US" err="1"/>
              <a:t>servera</a:t>
            </a:r>
            <a:endParaRPr lang="en-US"/>
          </a:p>
          <a:p>
            <a:r>
              <a:rPr lang="en-US" err="1"/>
              <a:t>Optimizacija</a:t>
            </a:r>
            <a:r>
              <a:rPr lang="en-US"/>
              <a:t> DMARC </a:t>
            </a:r>
            <a:r>
              <a:rPr lang="en-US" err="1"/>
              <a:t>konfiguracije</a:t>
            </a:r>
            <a:endParaRPr lang="en-US"/>
          </a:p>
          <a:p>
            <a:r>
              <a:rPr lang="en-US" err="1"/>
              <a:t>Moguća</a:t>
            </a:r>
            <a:r>
              <a:rPr lang="en-US"/>
              <a:t> </a:t>
            </a:r>
            <a:r>
              <a:rPr lang="en-US" err="1"/>
              <a:t>inicijalna</a:t>
            </a:r>
            <a:r>
              <a:rPr lang="en-US"/>
              <a:t> </a:t>
            </a:r>
            <a:r>
              <a:rPr lang="en-US" err="1"/>
              <a:t>blokada</a:t>
            </a:r>
            <a:r>
              <a:rPr lang="en-US"/>
              <a:t> </a:t>
            </a:r>
            <a:r>
              <a:rPr lang="en-US" err="1"/>
              <a:t>napada</a:t>
            </a:r>
            <a:r>
              <a:rPr lang="en-US"/>
              <a:t> </a:t>
            </a:r>
            <a:r>
              <a:rPr lang="en-US" err="1"/>
              <a:t>iz</a:t>
            </a:r>
            <a:r>
              <a:rPr lang="en-US"/>
              <a:t> Python </a:t>
            </a:r>
            <a:r>
              <a:rPr lang="en-US" err="1"/>
              <a:t>skripta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Graphic 3" descr="Iceberg with solid fill">
            <a:extLst>
              <a:ext uri="{FF2B5EF4-FFF2-40B4-BE49-F238E27FC236}">
                <a16:creationId xmlns:a16="http://schemas.microsoft.com/office/drawing/2014/main" id="{426476D3-B09E-2A60-251D-BFE94FC92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9302" y="4477145"/>
            <a:ext cx="1388852" cy="140322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797915A-5279-CDDC-7E58-A0DBB54D6575}"/>
              </a:ext>
            </a:extLst>
          </p:cNvPr>
          <p:cNvGrpSpPr/>
          <p:nvPr/>
        </p:nvGrpSpPr>
        <p:grpSpPr>
          <a:xfrm>
            <a:off x="5767505" y="508738"/>
            <a:ext cx="1035878" cy="1024833"/>
            <a:chOff x="5551494" y="684550"/>
            <a:chExt cx="1035878" cy="1024833"/>
          </a:xfrm>
        </p:grpSpPr>
        <p:pic>
          <p:nvPicPr>
            <p:cNvPr id="5" name="Graphic 4" descr="Magnifying glass with solid fill">
              <a:extLst>
                <a:ext uri="{FF2B5EF4-FFF2-40B4-BE49-F238E27FC236}">
                  <a16:creationId xmlns:a16="http://schemas.microsoft.com/office/drawing/2014/main" id="{76A62380-FEB2-93F5-E40F-67A90EF70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1494" y="684550"/>
              <a:ext cx="1035878" cy="102483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1EA95E-9D10-EC0F-2E00-F31C65412AFF}"/>
                </a:ext>
              </a:extLst>
            </p:cNvPr>
            <p:cNvSpPr txBox="1"/>
            <p:nvPr/>
          </p:nvSpPr>
          <p:spPr>
            <a:xfrm>
              <a:off x="5808869" y="762000"/>
              <a:ext cx="44615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3600" b="1">
                  <a:solidFill>
                    <a:srgbClr val="FF0000"/>
                  </a:solidFill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369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29C50-DCCE-1219-DB84-6AE2DEF2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HVALA NA PAŽNJI!</a:t>
            </a:r>
          </a:p>
        </p:txBody>
      </p: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5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69018-4B44-CD17-2D01-69B39715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Literatura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8CBB8-F48B-05BB-7E08-4371BB899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ea typeface="+mn-lt"/>
                <a:cs typeface="+mn-lt"/>
              </a:rPr>
              <a:t>Spoofing vs Phishing (</a:t>
            </a:r>
            <a:r>
              <a:rPr lang="en-US" sz="1200">
                <a:ea typeface="+mn-lt"/>
                <a:cs typeface="+mn-lt"/>
                <a:hlinkClick r:id="rId2"/>
              </a:rPr>
              <a:t>https://www.checkpoint.com/cyber-hub/threat-prevention/what-is-phishing/spoofing-vs-phishing/</a:t>
            </a:r>
            <a:r>
              <a:rPr lang="en-US" sz="1200">
                <a:ea typeface="+mn-lt"/>
                <a:cs typeface="+mn-lt"/>
              </a:rPr>
              <a:t>)</a:t>
            </a:r>
          </a:p>
          <a:p>
            <a:r>
              <a:rPr lang="en-US" sz="1200">
                <a:ea typeface="+mn-lt"/>
                <a:cs typeface="+mn-lt"/>
              </a:rPr>
              <a:t>Microsoft 365 SPF, DKIM and DMARC; Improve Your Email Security! (</a:t>
            </a:r>
            <a:r>
              <a:rPr lang="en-US" sz="1200">
                <a:ea typeface="+mn-lt"/>
                <a:cs typeface="+mn-lt"/>
                <a:hlinkClick r:id="rId3"/>
              </a:rPr>
              <a:t>https://www.youtube.com/watch?v=sJ-5URX19d4</a:t>
            </a:r>
            <a:r>
              <a:rPr lang="en-US" sz="1200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sz="1200">
                <a:ea typeface="+mn-lt"/>
                <a:cs typeface="+mn-lt"/>
              </a:rPr>
              <a:t>SPF Neutral And Other Types Of SPF Error Messages You Could Encounter After Setting SPF Records For Your Domain (</a:t>
            </a:r>
            <a:r>
              <a:rPr lang="en-US" sz="1200">
                <a:ea typeface="+mn-lt"/>
                <a:cs typeface="+mn-lt"/>
                <a:hlinkClick r:id="rId4"/>
              </a:rPr>
              <a:t>https://www.duocircle.com/content/spf-permerror/spf-neutral</a:t>
            </a:r>
            <a:r>
              <a:rPr lang="en-US" sz="1200">
                <a:ea typeface="+mn-lt"/>
                <a:cs typeface="+mn-lt"/>
              </a:rPr>
              <a:t>)</a:t>
            </a:r>
          </a:p>
          <a:p>
            <a:r>
              <a:rPr lang="en-US" sz="1200">
                <a:ea typeface="+mn-lt"/>
                <a:cs typeface="+mn-lt"/>
              </a:rPr>
              <a:t>DomainKeys Identified Mail (</a:t>
            </a:r>
            <a:r>
              <a:rPr lang="en-US" sz="1200">
                <a:ea typeface="+mn-lt"/>
                <a:cs typeface="+mn-lt"/>
                <a:hlinkClick r:id="rId5"/>
              </a:rPr>
              <a:t>https://dkim.org/</a:t>
            </a:r>
            <a:r>
              <a:rPr lang="en-US" sz="1200">
                <a:ea typeface="+mn-lt"/>
                <a:cs typeface="+mn-lt"/>
              </a:rPr>
              <a:t>)</a:t>
            </a:r>
          </a:p>
          <a:p>
            <a:r>
              <a:rPr lang="en-US" sz="1200">
                <a:ea typeface="+mn-lt"/>
                <a:cs typeface="+mn-lt"/>
              </a:rPr>
              <a:t>DomainKeys Identified Mail (DKIM): Using Digital Signatures for Domain Verification (Barry Leiba, Jim Fenton) (</a:t>
            </a:r>
            <a:r>
              <a:rPr lang="en-US" sz="1200">
                <a:ea typeface="+mn-lt"/>
                <a:cs typeface="+mn-lt"/>
                <a:hlinkClick r:id="rId6"/>
              </a:rPr>
              <a:t>https://www.researchgate.net/publication/221650803_DomainKeys_Identified_Mail_DKIM_Using_Digital_Signatures_for_Domain_Verification</a:t>
            </a:r>
            <a:r>
              <a:rPr lang="en-US" sz="1200">
                <a:ea typeface="+mn-lt"/>
                <a:cs typeface="+mn-lt"/>
              </a:rPr>
              <a:t>)</a:t>
            </a:r>
          </a:p>
          <a:p>
            <a:r>
              <a:rPr lang="en-US" sz="1200" err="1">
                <a:ea typeface="+mn-lt"/>
                <a:cs typeface="+mn-lt"/>
              </a:rPr>
              <a:t>Dmarcian</a:t>
            </a:r>
            <a:r>
              <a:rPr lang="en-US" sz="1200">
                <a:ea typeface="+mn-lt"/>
                <a:cs typeface="+mn-lt"/>
              </a:rPr>
              <a:t>. (n.d.). </a:t>
            </a:r>
            <a:r>
              <a:rPr lang="en-US" sz="1200" i="1">
                <a:ea typeface="+mn-lt"/>
                <a:cs typeface="+mn-lt"/>
              </a:rPr>
              <a:t>Getting started with DMARC</a:t>
            </a:r>
            <a:r>
              <a:rPr lang="en-US" sz="1200">
                <a:ea typeface="+mn-lt"/>
                <a:cs typeface="+mn-lt"/>
              </a:rPr>
              <a:t>. </a:t>
            </a:r>
            <a:r>
              <a:rPr lang="en-US" sz="1200">
                <a:ea typeface="+mn-lt"/>
                <a:cs typeface="+mn-lt"/>
                <a:hlinkClick r:id="rId7"/>
              </a:rPr>
              <a:t>https://dmarcian.com/getting-started-with-dmarc/</a:t>
            </a:r>
            <a:endParaRPr lang="en-US" sz="1200">
              <a:ea typeface="+mn-lt"/>
              <a:cs typeface="+mn-lt"/>
            </a:endParaRPr>
          </a:p>
          <a:p>
            <a:endParaRPr lang="en-US" sz="1200">
              <a:ea typeface="+mn-lt"/>
              <a:cs typeface="+mn-lt"/>
            </a:endParaRPr>
          </a:p>
        </p:txBody>
      </p:sp>
      <p:pic>
        <p:nvPicPr>
          <p:cNvPr id="4" name="Graphic 3" descr="Open book outline">
            <a:extLst>
              <a:ext uri="{FF2B5EF4-FFF2-40B4-BE49-F238E27FC236}">
                <a16:creationId xmlns:a16="http://schemas.microsoft.com/office/drawing/2014/main" id="{35BD9A4E-8622-2E40-9718-69128862C3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2800" y="6248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83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739</Words>
  <Application>Microsoft Office PowerPoint</Application>
  <PresentationFormat>Widescreen</PresentationFormat>
  <Paragraphs>107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Courier New</vt:lpstr>
      <vt:lpstr>Courier New,monospace</vt:lpstr>
      <vt:lpstr>TT Firs Neue</vt:lpstr>
      <vt:lpstr>TT Firs Neue Bold</vt:lpstr>
      <vt:lpstr>office theme</vt:lpstr>
      <vt:lpstr>1_Office Theme</vt:lpstr>
      <vt:lpstr>PowerPoint Presentation</vt:lpstr>
      <vt:lpstr>Uvod</vt:lpstr>
      <vt:lpstr>SPF</vt:lpstr>
      <vt:lpstr>DKIM</vt:lpstr>
      <vt:lpstr>DMARC</vt:lpstr>
      <vt:lpstr>Plan rada za praktični dio</vt:lpstr>
      <vt:lpstr>Plan rada za praktični dio</vt:lpstr>
      <vt:lpstr>Raspodjela rada</vt:lpstr>
      <vt:lpstr>Planirani alati</vt:lpstr>
      <vt:lpstr>Očekivani problemi</vt:lpstr>
      <vt:lpstr>HVALA NA PAŽNJI!</vt:lpstr>
      <vt:lpstr>Literatura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Filip Novak</cp:lastModifiedBy>
  <cp:revision>90</cp:revision>
  <dcterms:created xsi:type="dcterms:W3CDTF">2025-10-18T13:53:42Z</dcterms:created>
  <dcterms:modified xsi:type="dcterms:W3CDTF">2025-10-27T16:17:54Z</dcterms:modified>
</cp:coreProperties>
</file>